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7"/>
  </p:notesMasterIdLst>
  <p:sldIdLst>
    <p:sldId id="256" r:id="rId2"/>
    <p:sldId id="258" r:id="rId3"/>
    <p:sldId id="307" r:id="rId4"/>
    <p:sldId id="313" r:id="rId5"/>
    <p:sldId id="314" r:id="rId6"/>
    <p:sldId id="317" r:id="rId7"/>
    <p:sldId id="315" r:id="rId8"/>
    <p:sldId id="316" r:id="rId9"/>
    <p:sldId id="308" r:id="rId10"/>
    <p:sldId id="312" r:id="rId11"/>
    <p:sldId id="311" r:id="rId12"/>
    <p:sldId id="309" r:id="rId13"/>
    <p:sldId id="319" r:id="rId14"/>
    <p:sldId id="318" r:id="rId15"/>
    <p:sldId id="320" r:id="rId16"/>
    <p:sldId id="321" r:id="rId17"/>
    <p:sldId id="322" r:id="rId18"/>
    <p:sldId id="323" r:id="rId19"/>
    <p:sldId id="324" r:id="rId20"/>
    <p:sldId id="325" r:id="rId21"/>
    <p:sldId id="326" r:id="rId22"/>
    <p:sldId id="327" r:id="rId23"/>
    <p:sldId id="328" r:id="rId24"/>
    <p:sldId id="310" r:id="rId25"/>
    <p:sldId id="329" r:id="rId26"/>
    <p:sldId id="330" r:id="rId27"/>
    <p:sldId id="331" r:id="rId28"/>
    <p:sldId id="340" r:id="rId29"/>
    <p:sldId id="337" r:id="rId30"/>
    <p:sldId id="332" r:id="rId31"/>
    <p:sldId id="334" r:id="rId32"/>
    <p:sldId id="335" r:id="rId33"/>
    <p:sldId id="336" r:id="rId34"/>
    <p:sldId id="338" r:id="rId35"/>
    <p:sldId id="279" r:id="rId36"/>
  </p:sldIdLst>
  <p:sldSz cx="9144000" cy="5143500" type="screen16x9"/>
  <p:notesSz cx="6858000" cy="9144000"/>
  <p:embeddedFontLst>
    <p:embeddedFont>
      <p:font typeface="IBM Plex Mono" panose="020B0509050203000203" pitchFamily="49" charset="0"/>
      <p:regular r:id="rId38"/>
      <p:bold r:id="rId39"/>
      <p:italic r:id="rId40"/>
      <p:boldItalic r:id="rId41"/>
    </p:embeddedFont>
    <p:embeddedFont>
      <p:font typeface="Poppins" panose="00000500000000000000" pitchFamily="2" charset="0"/>
      <p:regular r:id="rId42"/>
      <p:bold r:id="rId43"/>
      <p:italic r:id="rId44"/>
      <p:boldItalic r:id="rId45"/>
    </p:embeddedFont>
    <p:embeddedFont>
      <p:font typeface="Source Code Pro" panose="020B0509030403020204" pitchFamily="49"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6703BA8C-D7EC-4F9F-BF31-2B58602C3578}">
          <p14:sldIdLst>
            <p14:sldId id="256"/>
            <p14:sldId id="258"/>
            <p14:sldId id="307"/>
            <p14:sldId id="313"/>
            <p14:sldId id="314"/>
            <p14:sldId id="317"/>
            <p14:sldId id="315"/>
            <p14:sldId id="316"/>
            <p14:sldId id="308"/>
            <p14:sldId id="312"/>
            <p14:sldId id="311"/>
            <p14:sldId id="309"/>
            <p14:sldId id="319"/>
            <p14:sldId id="318"/>
            <p14:sldId id="320"/>
            <p14:sldId id="321"/>
            <p14:sldId id="322"/>
            <p14:sldId id="323"/>
            <p14:sldId id="324"/>
            <p14:sldId id="325"/>
            <p14:sldId id="326"/>
            <p14:sldId id="327"/>
            <p14:sldId id="328"/>
            <p14:sldId id="310"/>
            <p14:sldId id="329"/>
            <p14:sldId id="330"/>
            <p14:sldId id="331"/>
            <p14:sldId id="340"/>
            <p14:sldId id="337"/>
            <p14:sldId id="332"/>
            <p14:sldId id="334"/>
            <p14:sldId id="335"/>
            <p14:sldId id="336"/>
            <p14:sldId id="33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D3773F-AE37-432D-B931-7CCB97700BC7}">
  <a:tblStyle styleId="{D6D3773F-AE37-432D-B931-7CCB97700BC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1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F0C36391-ACA9-0E76-EDE9-D95A296D971E}"/>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B0032882-E040-7EBD-5508-D4C3E4F095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B2406AF3-C13D-B533-85A6-3E63778EE2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2621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a:extLst>
            <a:ext uri="{FF2B5EF4-FFF2-40B4-BE49-F238E27FC236}">
              <a16:creationId xmlns:a16="http://schemas.microsoft.com/office/drawing/2014/main" id="{332C8597-8E7E-1DFF-6016-2E31A9632599}"/>
            </a:ext>
          </a:extLst>
        </p:cNvPr>
        <p:cNvGrpSpPr/>
        <p:nvPr/>
      </p:nvGrpSpPr>
      <p:grpSpPr>
        <a:xfrm>
          <a:off x="0" y="0"/>
          <a:ext cx="0" cy="0"/>
          <a:chOff x="0" y="0"/>
          <a:chExt cx="0" cy="0"/>
        </a:xfrm>
      </p:grpSpPr>
      <p:sp>
        <p:nvSpPr>
          <p:cNvPr id="1742" name="Google Shape;1742;g24ed99bf1a4_0_565:notes">
            <a:extLst>
              <a:ext uri="{FF2B5EF4-FFF2-40B4-BE49-F238E27FC236}">
                <a16:creationId xmlns:a16="http://schemas.microsoft.com/office/drawing/2014/main" id="{53C2E622-A3A3-A918-3F42-18346C2413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a:extLst>
              <a:ext uri="{FF2B5EF4-FFF2-40B4-BE49-F238E27FC236}">
                <a16:creationId xmlns:a16="http://schemas.microsoft.com/office/drawing/2014/main" id="{940B4057-7937-B08C-A899-6B83FC3E12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198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a:extLst>
            <a:ext uri="{FF2B5EF4-FFF2-40B4-BE49-F238E27FC236}">
              <a16:creationId xmlns:a16="http://schemas.microsoft.com/office/drawing/2014/main" id="{2B3CB8E4-5A20-C1C7-C303-797B1171CFA7}"/>
            </a:ext>
          </a:extLst>
        </p:cNvPr>
        <p:cNvGrpSpPr/>
        <p:nvPr/>
      </p:nvGrpSpPr>
      <p:grpSpPr>
        <a:xfrm>
          <a:off x="0" y="0"/>
          <a:ext cx="0" cy="0"/>
          <a:chOff x="0" y="0"/>
          <a:chExt cx="0" cy="0"/>
        </a:xfrm>
      </p:grpSpPr>
      <p:sp>
        <p:nvSpPr>
          <p:cNvPr id="1742" name="Google Shape;1742;g24ed99bf1a4_0_565:notes">
            <a:extLst>
              <a:ext uri="{FF2B5EF4-FFF2-40B4-BE49-F238E27FC236}">
                <a16:creationId xmlns:a16="http://schemas.microsoft.com/office/drawing/2014/main" id="{B3885FA5-8278-EA2F-F3DF-DCB49639C8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a:extLst>
              <a:ext uri="{FF2B5EF4-FFF2-40B4-BE49-F238E27FC236}">
                <a16:creationId xmlns:a16="http://schemas.microsoft.com/office/drawing/2014/main" id="{84AF7F80-63A2-20C0-3057-F5168C2FB8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170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a:extLst>
            <a:ext uri="{FF2B5EF4-FFF2-40B4-BE49-F238E27FC236}">
              <a16:creationId xmlns:a16="http://schemas.microsoft.com/office/drawing/2014/main" id="{22E8952F-DE92-5EC6-5B30-E9B75A815DF1}"/>
            </a:ext>
          </a:extLst>
        </p:cNvPr>
        <p:cNvGrpSpPr/>
        <p:nvPr/>
      </p:nvGrpSpPr>
      <p:grpSpPr>
        <a:xfrm>
          <a:off x="0" y="0"/>
          <a:ext cx="0" cy="0"/>
          <a:chOff x="0" y="0"/>
          <a:chExt cx="0" cy="0"/>
        </a:xfrm>
      </p:grpSpPr>
      <p:sp>
        <p:nvSpPr>
          <p:cNvPr id="1742" name="Google Shape;1742;g24ed99bf1a4_0_565:notes">
            <a:extLst>
              <a:ext uri="{FF2B5EF4-FFF2-40B4-BE49-F238E27FC236}">
                <a16:creationId xmlns:a16="http://schemas.microsoft.com/office/drawing/2014/main" id="{CA346B9E-6964-341C-A2AF-5DCDEB1F46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a:extLst>
              <a:ext uri="{FF2B5EF4-FFF2-40B4-BE49-F238E27FC236}">
                <a16:creationId xmlns:a16="http://schemas.microsoft.com/office/drawing/2014/main" id="{9DEED4AE-C797-2435-EB7B-C1FB1E52E5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8909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a:extLst>
            <a:ext uri="{FF2B5EF4-FFF2-40B4-BE49-F238E27FC236}">
              <a16:creationId xmlns:a16="http://schemas.microsoft.com/office/drawing/2014/main" id="{157CBE0C-E48D-CE3E-966C-8B8D237FC773}"/>
            </a:ext>
          </a:extLst>
        </p:cNvPr>
        <p:cNvGrpSpPr/>
        <p:nvPr/>
      </p:nvGrpSpPr>
      <p:grpSpPr>
        <a:xfrm>
          <a:off x="0" y="0"/>
          <a:ext cx="0" cy="0"/>
          <a:chOff x="0" y="0"/>
          <a:chExt cx="0" cy="0"/>
        </a:xfrm>
      </p:grpSpPr>
      <p:sp>
        <p:nvSpPr>
          <p:cNvPr id="1742" name="Google Shape;1742;g24ed99bf1a4_0_565:notes">
            <a:extLst>
              <a:ext uri="{FF2B5EF4-FFF2-40B4-BE49-F238E27FC236}">
                <a16:creationId xmlns:a16="http://schemas.microsoft.com/office/drawing/2014/main" id="{0606DAEF-AA2C-F0A2-07E3-3B2833B951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a:extLst>
              <a:ext uri="{FF2B5EF4-FFF2-40B4-BE49-F238E27FC236}">
                <a16:creationId xmlns:a16="http://schemas.microsoft.com/office/drawing/2014/main" id="{21D51EC3-FDAC-5CE8-B6B1-3829EC9C96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2886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a:extLst>
            <a:ext uri="{FF2B5EF4-FFF2-40B4-BE49-F238E27FC236}">
              <a16:creationId xmlns:a16="http://schemas.microsoft.com/office/drawing/2014/main" id="{02038052-FC0B-1447-3A93-6ED195BD6818}"/>
            </a:ext>
          </a:extLst>
        </p:cNvPr>
        <p:cNvGrpSpPr/>
        <p:nvPr/>
      </p:nvGrpSpPr>
      <p:grpSpPr>
        <a:xfrm>
          <a:off x="0" y="0"/>
          <a:ext cx="0" cy="0"/>
          <a:chOff x="0" y="0"/>
          <a:chExt cx="0" cy="0"/>
        </a:xfrm>
      </p:grpSpPr>
      <p:sp>
        <p:nvSpPr>
          <p:cNvPr id="1742" name="Google Shape;1742;g24ed99bf1a4_0_565:notes">
            <a:extLst>
              <a:ext uri="{FF2B5EF4-FFF2-40B4-BE49-F238E27FC236}">
                <a16:creationId xmlns:a16="http://schemas.microsoft.com/office/drawing/2014/main" id="{89FFEC11-4452-2699-A2C3-12B54309BA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a:extLst>
              <a:ext uri="{FF2B5EF4-FFF2-40B4-BE49-F238E27FC236}">
                <a16:creationId xmlns:a16="http://schemas.microsoft.com/office/drawing/2014/main" id="{226C6841-5063-260E-D57C-5DFB67F69C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1144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72399586-6CBA-7834-0952-BA99AE3C9398}"/>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227232FC-5F0D-6F6D-021C-76681991DF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7CF228A6-9C10-669D-3972-CB948DC696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1255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150CCFAE-BA67-4484-F665-FED85CAB0A36}"/>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D187C679-DE68-6F58-F74F-BA9D0B8D37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1F446C03-143D-9737-A5AC-9A0B041FAE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2178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FD32BA93-784C-515B-164E-CDBD64715C12}"/>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D3BB5A3A-5524-CA1F-63C9-9DE89B0B97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2AF32694-DC7F-21DA-A69B-1853CF3813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6277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7CA0B65F-3AAB-A8A6-5A7E-646613249199}"/>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4C1879B7-2589-4892-F82D-9C86C138CC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AEE6F5B2-473E-9E82-8F8D-EE82642DC8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9907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C22573BE-3BD3-0DA0-A37E-1D84AD894AB7}"/>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9DBA29D9-AEC7-330A-0261-19A58D5BF8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D4427C54-27B0-73D5-B061-ABD514F12D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10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AD07661F-ACB4-9A52-A01F-D3BC475C4DCE}"/>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F28489C2-4D10-624F-D045-D7952AD1B3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405EB049-7207-3E44-7F0E-6B6B56EE96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322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EC6AD94B-4E33-B718-EC6D-142C797C5259}"/>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DB7E71DA-2806-BEBD-30CC-862E1D058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C8470841-C787-8C7C-2A4E-F8D75D11A2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2819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179F4173-8F19-C34A-A8AF-D25D52E2D8F0}"/>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0AD18F6F-CEBA-A261-9FC0-DC1BD2626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7CD99BF6-04CE-4CF4-5A02-B6F521FF46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620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3149FE7F-F992-990C-1B3E-CEA0A50E9F1C}"/>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12BE965D-C4FE-D6E1-3F5E-C57FF9904E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5F24F5F2-71D7-D799-CCD2-2D5F4E3B30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0016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A4E383A2-4903-566E-7F28-57C7E0D27683}"/>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6D3265C0-5CF9-2F3F-CB68-F451E8AC5F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A0D201BD-519C-D596-A833-AE5DC34C7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956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AA175DBF-8591-054B-32FA-DB0874062316}"/>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94EB557C-9141-6BD6-2F8B-B99A2AF212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8E6154FA-D7E6-20E4-2D86-C40943C10F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1691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D5A6C2FB-8067-8DB9-96F7-E0D038ED42C9}"/>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6A0A2ED1-163B-4E5D-DB8D-A803E2C2D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55FAFF0C-4F1F-A4A9-51E4-51D7CE3B86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261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A13F9686-DC75-1183-ECC0-99E40CD6132C}"/>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4D1EC2DB-1713-6A8B-6FD9-6348679F71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788EE9E4-8A81-6EBB-371A-FF7D0D6B97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2711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095F74CC-1F4B-AF86-5AEB-04612F54C4E0}"/>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71E619E8-C7CF-8A01-7907-4368A512DC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ADB5C612-F566-D78B-1904-08FCF25753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3387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744CE270-1E1F-4A9A-C18E-73C80F070B73}"/>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F7B8B677-9D71-1FD4-3A14-926BD5EA49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CE2F540E-D42B-D153-8EDC-92F6B63B3F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774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68BD5077-6475-272E-6602-F87B598556A2}"/>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F1CBF811-E3D3-050B-5465-76F7818A3A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C1576C92-80EE-B044-FCA1-CF4F1B5216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06125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C8B747CC-A27E-EEE9-A421-055041DB1056}"/>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8A406639-7DAE-444B-9F00-4EF73E625B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575F6248-97C5-9462-85EC-7E2ACE5AEC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01959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191CB353-6156-A231-FD91-1162982C6799}"/>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DA7AA324-1531-4E25-5D98-68BD57289E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0748E3BB-7E2F-9F4B-4DD7-D36AF49F32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639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B6EFEE81-177C-7CA2-E035-A362A02A588B}"/>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CE6D8793-FC09-DCAF-DFB2-45642C90ED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51EBB247-F2C5-4029-B6BA-B4DD9A2D0A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0260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BED086A4-B9E9-ADAA-42B5-E1B150090906}"/>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F28BEAED-179B-AF90-3F65-B70CCF4472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B3D7F3F8-24F0-AEEF-3EEB-EF8B33E239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11248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913DE7D4-559D-6FD1-C0A5-9E3F17CD492A}"/>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8698D59E-BE05-D3B6-73C9-4A9311B763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ECB5B7B4-472F-5430-E0C4-FB30C4C1C0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1583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a:extLst>
            <a:ext uri="{FF2B5EF4-FFF2-40B4-BE49-F238E27FC236}">
              <a16:creationId xmlns:a16="http://schemas.microsoft.com/office/drawing/2014/main" id="{199227D8-88F7-6026-5BA1-7816F3358662}"/>
            </a:ext>
          </a:extLst>
        </p:cNvPr>
        <p:cNvGrpSpPr/>
        <p:nvPr/>
      </p:nvGrpSpPr>
      <p:grpSpPr>
        <a:xfrm>
          <a:off x="0" y="0"/>
          <a:ext cx="0" cy="0"/>
          <a:chOff x="0" y="0"/>
          <a:chExt cx="0" cy="0"/>
        </a:xfrm>
      </p:grpSpPr>
      <p:sp>
        <p:nvSpPr>
          <p:cNvPr id="2389" name="Google Shape;2389;g24ef22aa1ac_0_1604:notes">
            <a:extLst>
              <a:ext uri="{FF2B5EF4-FFF2-40B4-BE49-F238E27FC236}">
                <a16:creationId xmlns:a16="http://schemas.microsoft.com/office/drawing/2014/main" id="{12A14B12-BFDF-2CED-2F1E-7FE1234A1E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a:extLst>
              <a:ext uri="{FF2B5EF4-FFF2-40B4-BE49-F238E27FC236}">
                <a16:creationId xmlns:a16="http://schemas.microsoft.com/office/drawing/2014/main" id="{46CCAED9-5415-41D7-777E-F0B4C98FA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24392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a:extLst>
            <a:ext uri="{FF2B5EF4-FFF2-40B4-BE49-F238E27FC236}">
              <a16:creationId xmlns:a16="http://schemas.microsoft.com/office/drawing/2014/main" id="{A7D7CC3B-5797-FABD-E39D-0CBC3A07FCC2}"/>
            </a:ext>
          </a:extLst>
        </p:cNvPr>
        <p:cNvGrpSpPr/>
        <p:nvPr/>
      </p:nvGrpSpPr>
      <p:grpSpPr>
        <a:xfrm>
          <a:off x="0" y="0"/>
          <a:ext cx="0" cy="0"/>
          <a:chOff x="0" y="0"/>
          <a:chExt cx="0" cy="0"/>
        </a:xfrm>
      </p:grpSpPr>
      <p:sp>
        <p:nvSpPr>
          <p:cNvPr id="1427" name="Google Shape;1427;gd1bf8d60a4_0_0:notes">
            <a:extLst>
              <a:ext uri="{FF2B5EF4-FFF2-40B4-BE49-F238E27FC236}">
                <a16:creationId xmlns:a16="http://schemas.microsoft.com/office/drawing/2014/main" id="{4C6F9436-B98D-8044-DCFB-BC3F32D641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a:extLst>
              <a:ext uri="{FF2B5EF4-FFF2-40B4-BE49-F238E27FC236}">
                <a16:creationId xmlns:a16="http://schemas.microsoft.com/office/drawing/2014/main" id="{3A8AE535-5106-7753-4D37-95157C8A10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26684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3"/>
        <p:cNvGrpSpPr/>
        <p:nvPr/>
      </p:nvGrpSpPr>
      <p:grpSpPr>
        <a:xfrm>
          <a:off x="0" y="0"/>
          <a:ext cx="0" cy="0"/>
          <a:chOff x="0" y="0"/>
          <a:chExt cx="0" cy="0"/>
        </a:xfrm>
      </p:grpSpPr>
      <p:sp>
        <p:nvSpPr>
          <p:cNvPr id="2214" name="Google Shape;2214;g24ef22aa1ac_0_1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5" name="Google Shape;2215;g24ef22aa1ac_0_1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98"/>
        <p:cNvGrpSpPr/>
        <p:nvPr/>
      </p:nvGrpSpPr>
      <p:grpSpPr>
        <a:xfrm>
          <a:off x="0" y="0"/>
          <a:ext cx="0" cy="0"/>
          <a:chOff x="0" y="0"/>
          <a:chExt cx="0" cy="0"/>
        </a:xfrm>
      </p:grpSpPr>
      <p:sp>
        <p:nvSpPr>
          <p:cNvPr id="799" name="Google Shape;799;p20"/>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0" name="Google Shape;800;p20"/>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l="16960" t="24718" r="7121" b="26177"/>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73"/>
        <p:cNvGrpSpPr/>
        <p:nvPr/>
      </p:nvGrpSpPr>
      <p:grpSpPr>
        <a:xfrm>
          <a:off x="0" y="0"/>
          <a:ext cx="0" cy="0"/>
          <a:chOff x="0" y="0"/>
          <a:chExt cx="0" cy="0"/>
        </a:xfrm>
      </p:grpSpPr>
      <p:sp>
        <p:nvSpPr>
          <p:cNvPr id="974" name="Google Shape;974;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75" name="Google Shape;975;p23"/>
          <p:cNvSpPr txBox="1">
            <a:spLocks noGrp="1"/>
          </p:cNvSpPr>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6" name="Google Shape;976;p23"/>
          <p:cNvSpPr txBox="1">
            <a:spLocks noGrp="1"/>
          </p:cNvSpPr>
          <p:nvPr>
            <p:ph type="subTitle" idx="2"/>
          </p:nvPr>
        </p:nvSpPr>
        <p:spPr>
          <a:xfrm>
            <a:off x="713225" y="3366650"/>
            <a:ext cx="5578500" cy="642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7" name="Google Shape;977;p23"/>
          <p:cNvSpPr txBox="1">
            <a:spLocks noGrp="1"/>
          </p:cNvSpPr>
          <p:nvPr>
            <p:ph type="subTitle" idx="3"/>
          </p:nvPr>
        </p:nvSpPr>
        <p:spPr>
          <a:xfrm>
            <a:off x="713225" y="167940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8" name="Google Shape;978;p23"/>
          <p:cNvSpPr txBox="1">
            <a:spLocks noGrp="1"/>
          </p:cNvSpPr>
          <p:nvPr>
            <p:ph type="subTitle" idx="4"/>
          </p:nvPr>
        </p:nvSpPr>
        <p:spPr>
          <a:xfrm>
            <a:off x="713225" y="304055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79" name="Google Shape;979;p23"/>
          <p:cNvGrpSpPr/>
          <p:nvPr/>
        </p:nvGrpSpPr>
        <p:grpSpPr>
          <a:xfrm rot="-5400000" flipH="1">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8" name="Google Shape;99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08" name="Google Shape;100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8" name="Google Shape;101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25" name="Google Shape;1025;p23"/>
          <p:cNvPicPr preferRelativeResize="0"/>
          <p:nvPr/>
        </p:nvPicPr>
        <p:blipFill rotWithShape="1">
          <a:blip r:embed="rId2">
            <a:alphaModFix/>
          </a:blip>
          <a:srcRect l="16960" t="24718" r="7121" b="26177"/>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8" name="Google Shape;1028;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29" name="Google Shape;1029;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3"/>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3"/>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3"/>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4" name="Google Shape;1044;p23"/>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7" name="Google Shape;1047;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48" name="Google Shape;1048;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111"/>
        <p:cNvGrpSpPr/>
        <p:nvPr/>
      </p:nvGrpSpPr>
      <p:grpSpPr>
        <a:xfrm>
          <a:off x="0" y="0"/>
          <a:ext cx="0" cy="0"/>
          <a:chOff x="0" y="0"/>
          <a:chExt cx="0" cy="0"/>
        </a:xfrm>
      </p:grpSpPr>
      <p:sp>
        <p:nvSpPr>
          <p:cNvPr id="1112" name="Google Shape;1112;p25"/>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3" name="Google Shape;1113;p25"/>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4" name="Google Shape;1114;p25"/>
          <p:cNvSpPr txBox="1">
            <a:spLocks noGrp="1"/>
          </p:cNvSpPr>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5" name="Google Shape;1115;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6" name="Google Shape;1116;p25"/>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7" name="Google Shape;1117;p25"/>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8" name="Google Shape;1118;p25"/>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9" name="Google Shape;1119;p25"/>
          <p:cNvSpPr>
            <a:spLocks noGrp="1"/>
          </p:cNvSpPr>
          <p:nvPr>
            <p:ph type="pic" idx="7"/>
          </p:nvPr>
        </p:nvSpPr>
        <p:spPr>
          <a:xfrm>
            <a:off x="720000" y="1236800"/>
            <a:ext cx="1981800" cy="1662300"/>
          </a:xfrm>
          <a:prstGeom prst="snip1Rect">
            <a:avLst>
              <a:gd name="adj" fmla="val 16667"/>
            </a:avLst>
          </a:prstGeom>
          <a:noFill/>
          <a:ln>
            <a:noFill/>
          </a:ln>
        </p:spPr>
        <p:txBody>
          <a:bodyPr/>
          <a:lstStyle/>
          <a:p>
            <a:endParaRPr lang="en-US"/>
          </a:p>
        </p:txBody>
      </p:sp>
      <p:sp>
        <p:nvSpPr>
          <p:cNvPr id="1120" name="Google Shape;1120;p25"/>
          <p:cNvSpPr>
            <a:spLocks noGrp="1"/>
          </p:cNvSpPr>
          <p:nvPr>
            <p:ph type="pic" idx="8"/>
          </p:nvPr>
        </p:nvSpPr>
        <p:spPr>
          <a:xfrm>
            <a:off x="3584475" y="1236800"/>
            <a:ext cx="1981800" cy="1662300"/>
          </a:xfrm>
          <a:prstGeom prst="snip1Rect">
            <a:avLst>
              <a:gd name="adj" fmla="val 16667"/>
            </a:avLst>
          </a:prstGeom>
          <a:noFill/>
          <a:ln>
            <a:noFill/>
          </a:ln>
        </p:spPr>
        <p:txBody>
          <a:bodyPr/>
          <a:lstStyle/>
          <a:p>
            <a:endParaRPr lang="en-US"/>
          </a:p>
        </p:txBody>
      </p:sp>
      <p:sp>
        <p:nvSpPr>
          <p:cNvPr id="1121" name="Google Shape;1121;p25"/>
          <p:cNvSpPr>
            <a:spLocks noGrp="1"/>
          </p:cNvSpPr>
          <p:nvPr>
            <p:ph type="pic" idx="9"/>
          </p:nvPr>
        </p:nvSpPr>
        <p:spPr>
          <a:xfrm>
            <a:off x="6448950" y="1236800"/>
            <a:ext cx="1981800" cy="1662300"/>
          </a:xfrm>
          <a:prstGeom prst="snip1Rect">
            <a:avLst>
              <a:gd name="adj" fmla="val 16667"/>
            </a:avLst>
          </a:prstGeom>
          <a:noFill/>
          <a:ln>
            <a:noFill/>
          </a:ln>
        </p:spPr>
        <p:txBody>
          <a:bodyPr/>
          <a:lstStyle/>
          <a:p>
            <a:endParaRPr lang="en-US"/>
          </a:p>
        </p:txBody>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9" name="Google Shape;1139;p25"/>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 id="2147483666" r:id="rId4"/>
    <p:sldLayoutId id="2147483669" r:id="rId5"/>
    <p:sldLayoutId id="2147483671" r:id="rId6"/>
    <p:sldLayoutId id="2147483676" r:id="rId7"/>
    <p:sldLayoutId id="214748367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3.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1" name="Google Shape;1431;p35"/>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RC Car Controlled With Hand Motion</a:t>
            </a:r>
            <a:endParaRPr lang="en-US" dirty="0">
              <a:solidFill>
                <a:schemeClr val="dk1"/>
              </a:solidFill>
            </a:endParaRP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solidFill>
                  <a:schemeClr val="dk2"/>
                </a:solidFill>
                <a:latin typeface="IBM Plex Mono"/>
                <a:ea typeface="IBM Plex Mono"/>
                <a:cs typeface="IBM Plex Mono"/>
                <a:sym typeface="IBM Plex Mono"/>
              </a:rPr>
              <a:t>Table of contents</a:t>
            </a:r>
            <a:endParaRPr sz="3200">
              <a:solidFill>
                <a:schemeClr val="dk2"/>
              </a:solidFill>
              <a:latin typeface="IBM Plex Mono"/>
              <a:ea typeface="IBM Plex Mono"/>
              <a:cs typeface="IBM Plex Mono"/>
              <a:sym typeface="IBM Plex Mono"/>
            </a:endParaRPr>
          </a:p>
        </p:txBody>
      </p:sp>
      <p:sp>
        <p:nvSpPr>
          <p:cNvPr id="1467" name="Google Shape;1467;p37"/>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Components</a:t>
            </a:r>
            <a:endParaRPr dirty="0"/>
          </a:p>
        </p:txBody>
      </p:sp>
      <p:sp>
        <p:nvSpPr>
          <p:cNvPr id="1472" name="Google Shape;1472;p37"/>
          <p:cNvSpPr txBox="1">
            <a:spLocks noGrp="1"/>
          </p:cNvSpPr>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473" name="Google Shape;1473;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474" name="Google Shape;1474;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475" name="Google Shape;1475;p37"/>
          <p:cNvSpPr txBox="1">
            <a:spLocks noGrp="1"/>
          </p:cNvSpPr>
          <p:nvPr>
            <p:ph type="title" idx="8"/>
          </p:nvPr>
        </p:nvSpPr>
        <p:spPr>
          <a:xfrm>
            <a:off x="4366698"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476" name="Google Shape;1476;p37"/>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Circuit Diagram</a:t>
            </a:r>
            <a:endParaRPr dirty="0"/>
          </a:p>
        </p:txBody>
      </p:sp>
      <p:sp>
        <p:nvSpPr>
          <p:cNvPr id="1477" name="Google Shape;1477;p37"/>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Code</a:t>
            </a:r>
            <a:endParaRPr dirty="0"/>
          </a:p>
        </p:txBody>
      </p:sp>
      <p:sp>
        <p:nvSpPr>
          <p:cNvPr id="1478" name="Google Shape;1478;p37"/>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Git Hub</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99885A7D-172B-3ADA-E30D-4D4783401D30}"/>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E70016E1-B433-0E9D-9B19-186955AA70B6}"/>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Components</a:t>
            </a:r>
            <a:endParaRPr lang="en-US" dirty="0">
              <a:solidFill>
                <a:schemeClr val="dk1"/>
              </a:solidFill>
            </a:endParaRPr>
          </a:p>
        </p:txBody>
      </p:sp>
      <p:grpSp>
        <p:nvGrpSpPr>
          <p:cNvPr id="1432" name="Google Shape;1432;p35">
            <a:extLst>
              <a:ext uri="{FF2B5EF4-FFF2-40B4-BE49-F238E27FC236}">
                <a16:creationId xmlns:a16="http://schemas.microsoft.com/office/drawing/2014/main" id="{E3FCBD80-4023-7E4E-4A3D-84F70D3E1982}"/>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CD4C86A2-A791-C48A-00D1-C53AE46B3A03}"/>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08F20D56-28CD-3453-91F5-ADB423EEF9A0}"/>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6A8CAA30-31F5-9ABB-D603-1479EA3F8E7B}"/>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a:extLst>
                  <a:ext uri="{FF2B5EF4-FFF2-40B4-BE49-F238E27FC236}">
                    <a16:creationId xmlns:a16="http://schemas.microsoft.com/office/drawing/2014/main" id="{2F834B86-EAB5-7359-D40C-1EFDB8132C8A}"/>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a:extLst>
              <a:ext uri="{FF2B5EF4-FFF2-40B4-BE49-F238E27FC236}">
                <a16:creationId xmlns:a16="http://schemas.microsoft.com/office/drawing/2014/main" id="{BFE7026F-852F-D91E-0BBC-85A2E741CE63}"/>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9B97DFA3-0734-6602-E29C-E50F091BFBA9}"/>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a:extLst>
                <a:ext uri="{FF2B5EF4-FFF2-40B4-BE49-F238E27FC236}">
                  <a16:creationId xmlns:a16="http://schemas.microsoft.com/office/drawing/2014/main" id="{21D6D207-C9BD-4547-256C-0B3370CFAB55}"/>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9DFCCBF6-D187-D167-13AC-892538F4D0CC}"/>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a:extLst>
              <a:ext uri="{FF2B5EF4-FFF2-40B4-BE49-F238E27FC236}">
                <a16:creationId xmlns:a16="http://schemas.microsoft.com/office/drawing/2014/main" id="{364F864D-1F4E-BEF8-30C5-925E3AF9F43A}"/>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907354D6-96C9-C99D-A0C2-2D329ED7E1D9}"/>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a:extLst>
                <a:ext uri="{FF2B5EF4-FFF2-40B4-BE49-F238E27FC236}">
                  <a16:creationId xmlns:a16="http://schemas.microsoft.com/office/drawing/2014/main" id="{BE9C44CE-F2E6-9923-18AA-3DF9658B66F4}"/>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BF502CF2-6ED3-24D7-6516-ACE3FC749A25}"/>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a:extLst>
                  <a:ext uri="{FF2B5EF4-FFF2-40B4-BE49-F238E27FC236}">
                    <a16:creationId xmlns:a16="http://schemas.microsoft.com/office/drawing/2014/main" id="{E0C25E3E-D3D3-C313-7BE4-AAE5844D0504}"/>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a:extLst>
                <a:ext uri="{FF2B5EF4-FFF2-40B4-BE49-F238E27FC236}">
                  <a16:creationId xmlns:a16="http://schemas.microsoft.com/office/drawing/2014/main" id="{605AA20D-3B76-8185-C07B-8DA709DD2DBE}"/>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CCEB953F-5B98-4CEF-AAF0-FC3CC919F4E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a:extLst>
                  <a:ext uri="{FF2B5EF4-FFF2-40B4-BE49-F238E27FC236}">
                    <a16:creationId xmlns:a16="http://schemas.microsoft.com/office/drawing/2014/main" id="{8A7739C4-0913-9A6D-D1FF-29CC329341C8}"/>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a:extLst>
                <a:ext uri="{FF2B5EF4-FFF2-40B4-BE49-F238E27FC236}">
                  <a16:creationId xmlns:a16="http://schemas.microsoft.com/office/drawing/2014/main" id="{62B9ADF9-E9C6-3A63-7E7E-F08C29944643}"/>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6B63A3A7-D6A2-8F3B-FF3A-78912ADEE589}"/>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a:extLst>
                  <a:ext uri="{FF2B5EF4-FFF2-40B4-BE49-F238E27FC236}">
                    <a16:creationId xmlns:a16="http://schemas.microsoft.com/office/drawing/2014/main" id="{41C591D0-AC3A-639F-FA59-14323BAA36EF}"/>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a:extLst>
                <a:ext uri="{FF2B5EF4-FFF2-40B4-BE49-F238E27FC236}">
                  <a16:creationId xmlns:a16="http://schemas.microsoft.com/office/drawing/2014/main" id="{8A6652FB-7D51-A3A3-0DB9-E4F92B90EB6E}"/>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89296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4">
          <a:extLst>
            <a:ext uri="{FF2B5EF4-FFF2-40B4-BE49-F238E27FC236}">
              <a16:creationId xmlns:a16="http://schemas.microsoft.com/office/drawing/2014/main" id="{969A02B8-7F67-1E69-8564-789F9AF164BA}"/>
            </a:ext>
          </a:extLst>
        </p:cNvPr>
        <p:cNvGrpSpPr/>
        <p:nvPr/>
      </p:nvGrpSpPr>
      <p:grpSpPr>
        <a:xfrm>
          <a:off x="0" y="0"/>
          <a:ext cx="0" cy="0"/>
          <a:chOff x="0" y="0"/>
          <a:chExt cx="0" cy="0"/>
        </a:xfrm>
      </p:grpSpPr>
      <p:sp>
        <p:nvSpPr>
          <p:cNvPr id="1745" name="Google Shape;1745;p44">
            <a:extLst>
              <a:ext uri="{FF2B5EF4-FFF2-40B4-BE49-F238E27FC236}">
                <a16:creationId xmlns:a16="http://schemas.microsoft.com/office/drawing/2014/main" id="{3B07414F-0DA8-7036-44AE-BCC42D6645F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RC car components</a:t>
            </a:r>
            <a:endParaRPr dirty="0"/>
          </a:p>
        </p:txBody>
      </p:sp>
      <p:sp>
        <p:nvSpPr>
          <p:cNvPr id="1748" name="Google Shape;1748;p44">
            <a:extLst>
              <a:ext uri="{FF2B5EF4-FFF2-40B4-BE49-F238E27FC236}">
                <a16:creationId xmlns:a16="http://schemas.microsoft.com/office/drawing/2014/main" id="{688A14C4-2BC9-3D05-8140-F9487D0A2719}"/>
              </a:ext>
            </a:extLst>
          </p:cNvPr>
          <p:cNvSpPr txBox="1">
            <a:spLocks noGrp="1"/>
          </p:cNvSpPr>
          <p:nvPr>
            <p:ph type="subTitle" idx="6"/>
          </p:nvPr>
        </p:nvSpPr>
        <p:spPr>
          <a:xfrm>
            <a:off x="644895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Bluetooth module HC05</a:t>
            </a:r>
            <a:endParaRPr dirty="0"/>
          </a:p>
        </p:txBody>
      </p:sp>
      <p:sp>
        <p:nvSpPr>
          <p:cNvPr id="1749" name="Google Shape;1749;p44">
            <a:extLst>
              <a:ext uri="{FF2B5EF4-FFF2-40B4-BE49-F238E27FC236}">
                <a16:creationId xmlns:a16="http://schemas.microsoft.com/office/drawing/2014/main" id="{BF645944-ED9C-6F57-F7EB-FCB074B49390}"/>
              </a:ext>
            </a:extLst>
          </p:cNvPr>
          <p:cNvSpPr txBox="1">
            <a:spLocks noGrp="1"/>
          </p:cNvSpPr>
          <p:nvPr>
            <p:ph type="subTitle" idx="4"/>
          </p:nvPr>
        </p:nvSpPr>
        <p:spPr>
          <a:xfrm>
            <a:off x="7200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Arduino UNO</a:t>
            </a:r>
            <a:endParaRPr dirty="0"/>
          </a:p>
        </p:txBody>
      </p:sp>
      <p:sp>
        <p:nvSpPr>
          <p:cNvPr id="1750" name="Google Shape;1750;p44">
            <a:extLst>
              <a:ext uri="{FF2B5EF4-FFF2-40B4-BE49-F238E27FC236}">
                <a16:creationId xmlns:a16="http://schemas.microsoft.com/office/drawing/2014/main" id="{B27B1AB7-0166-73A9-7BDE-24F71A2819D7}"/>
              </a:ext>
            </a:extLst>
          </p:cNvPr>
          <p:cNvSpPr txBox="1">
            <a:spLocks noGrp="1"/>
          </p:cNvSpPr>
          <p:nvPr>
            <p:ph type="subTitle" idx="5"/>
          </p:nvPr>
        </p:nvSpPr>
        <p:spPr>
          <a:xfrm>
            <a:off x="35811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RC car kit</a:t>
            </a:r>
            <a:endParaRPr dirty="0"/>
          </a:p>
        </p:txBody>
      </p:sp>
      <p:pic>
        <p:nvPicPr>
          <p:cNvPr id="1753" name="Google Shape;1753;p44">
            <a:extLst>
              <a:ext uri="{FF2B5EF4-FFF2-40B4-BE49-F238E27FC236}">
                <a16:creationId xmlns:a16="http://schemas.microsoft.com/office/drawing/2014/main" id="{AF64535F-5D48-418F-66B2-979354A1A837}"/>
              </a:ext>
            </a:extLst>
          </p:cNvPr>
          <p:cNvPicPr preferRelativeResize="0">
            <a:picLocks noGrp="1"/>
          </p:cNvPicPr>
          <p:nvPr>
            <p:ph type="pic" idx="8"/>
          </p:nvPr>
        </p:nvPicPr>
        <p:blipFill>
          <a:blip r:embed="rId3"/>
          <a:srcRect t="4160" b="4160"/>
          <a:stretch/>
        </p:blipFill>
        <p:spPr>
          <a:xfrm>
            <a:off x="3581100" y="1740600"/>
            <a:ext cx="1981800" cy="1662300"/>
          </a:xfrm>
          <a:prstGeom prst="snip1Rect">
            <a:avLst>
              <a:gd name="adj" fmla="val 16667"/>
            </a:avLst>
          </a:prstGeom>
        </p:spPr>
      </p:pic>
      <p:pic>
        <p:nvPicPr>
          <p:cNvPr id="1754" name="Google Shape;1754;p44">
            <a:extLst>
              <a:ext uri="{FF2B5EF4-FFF2-40B4-BE49-F238E27FC236}">
                <a16:creationId xmlns:a16="http://schemas.microsoft.com/office/drawing/2014/main" id="{C7EF56FD-0465-6481-2D39-9B62DBA4D4F8}"/>
              </a:ext>
            </a:extLst>
          </p:cNvPr>
          <p:cNvPicPr preferRelativeResize="0">
            <a:picLocks noGrp="1"/>
          </p:cNvPicPr>
          <p:nvPr>
            <p:ph type="pic" idx="9"/>
          </p:nvPr>
        </p:nvPicPr>
        <p:blipFill>
          <a:blip r:embed="rId4"/>
          <a:srcRect t="8061" b="8061"/>
          <a:stretch/>
        </p:blipFill>
        <p:spPr>
          <a:xfrm>
            <a:off x="6448950" y="1740600"/>
            <a:ext cx="1981800" cy="1662300"/>
          </a:xfrm>
          <a:prstGeom prst="snip1Rect">
            <a:avLst>
              <a:gd name="adj" fmla="val 16667"/>
            </a:avLst>
          </a:prstGeom>
        </p:spPr>
      </p:pic>
      <p:pic>
        <p:nvPicPr>
          <p:cNvPr id="12" name="Picture Placeholder 11" descr="A blue circuit board with black and white text&#10;&#10;AI-generated content may be incorrect.">
            <a:extLst>
              <a:ext uri="{FF2B5EF4-FFF2-40B4-BE49-F238E27FC236}">
                <a16:creationId xmlns:a16="http://schemas.microsoft.com/office/drawing/2014/main" id="{C74B6D22-5000-34CE-22B9-FD88E89DA2FD}"/>
              </a:ext>
            </a:extLst>
          </p:cNvPr>
          <p:cNvPicPr>
            <a:picLocks noGrp="1" noChangeAspect="1"/>
          </p:cNvPicPr>
          <p:nvPr>
            <p:ph type="pic" idx="7"/>
          </p:nvPr>
        </p:nvPicPr>
        <p:blipFill>
          <a:blip r:embed="rId5"/>
          <a:srcRect t="8046" b="8046"/>
          <a:stretch>
            <a:fillRect/>
          </a:stretch>
        </p:blipFill>
        <p:spPr>
          <a:xfrm>
            <a:off x="712788" y="1739900"/>
            <a:ext cx="1982787" cy="1663700"/>
          </a:xfrm>
        </p:spPr>
      </p:pic>
    </p:spTree>
    <p:extLst>
      <p:ext uri="{BB962C8B-B14F-4D97-AF65-F5344CB8AC3E}">
        <p14:creationId xmlns:p14="http://schemas.microsoft.com/office/powerpoint/2010/main" val="43601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4">
          <a:extLst>
            <a:ext uri="{FF2B5EF4-FFF2-40B4-BE49-F238E27FC236}">
              <a16:creationId xmlns:a16="http://schemas.microsoft.com/office/drawing/2014/main" id="{7CD2F07D-5B1F-8C43-9425-0B00B42FE6A2}"/>
            </a:ext>
          </a:extLst>
        </p:cNvPr>
        <p:cNvGrpSpPr/>
        <p:nvPr/>
      </p:nvGrpSpPr>
      <p:grpSpPr>
        <a:xfrm>
          <a:off x="0" y="0"/>
          <a:ext cx="0" cy="0"/>
          <a:chOff x="0" y="0"/>
          <a:chExt cx="0" cy="0"/>
        </a:xfrm>
      </p:grpSpPr>
      <p:sp>
        <p:nvSpPr>
          <p:cNvPr id="1745" name="Google Shape;1745;p44">
            <a:extLst>
              <a:ext uri="{FF2B5EF4-FFF2-40B4-BE49-F238E27FC236}">
                <a16:creationId xmlns:a16="http://schemas.microsoft.com/office/drawing/2014/main" id="{4E4F1854-C214-F8DA-AD0E-88E4F8FDB1D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RC car components</a:t>
            </a:r>
            <a:endParaRPr dirty="0"/>
          </a:p>
        </p:txBody>
      </p:sp>
      <p:sp>
        <p:nvSpPr>
          <p:cNvPr id="1748" name="Google Shape;1748;p44">
            <a:extLst>
              <a:ext uri="{FF2B5EF4-FFF2-40B4-BE49-F238E27FC236}">
                <a16:creationId xmlns:a16="http://schemas.microsoft.com/office/drawing/2014/main" id="{91D9BBC5-56FE-4A8F-F413-3A280CB611A3}"/>
              </a:ext>
            </a:extLst>
          </p:cNvPr>
          <p:cNvSpPr txBox="1">
            <a:spLocks noGrp="1"/>
          </p:cNvSpPr>
          <p:nvPr>
            <p:ph type="subTitle" idx="6"/>
          </p:nvPr>
        </p:nvSpPr>
        <p:spPr>
          <a:xfrm>
            <a:off x="644895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3.7 volt battery x3</a:t>
            </a:r>
            <a:endParaRPr dirty="0"/>
          </a:p>
        </p:txBody>
      </p:sp>
      <p:sp>
        <p:nvSpPr>
          <p:cNvPr id="1749" name="Google Shape;1749;p44">
            <a:extLst>
              <a:ext uri="{FF2B5EF4-FFF2-40B4-BE49-F238E27FC236}">
                <a16:creationId xmlns:a16="http://schemas.microsoft.com/office/drawing/2014/main" id="{D03147A5-7C49-41FD-B91F-8BFE8F04538A}"/>
              </a:ext>
            </a:extLst>
          </p:cNvPr>
          <p:cNvSpPr txBox="1">
            <a:spLocks noGrp="1"/>
          </p:cNvSpPr>
          <p:nvPr>
            <p:ph type="subTitle" idx="4"/>
          </p:nvPr>
        </p:nvSpPr>
        <p:spPr>
          <a:xfrm>
            <a:off x="7200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Motor</a:t>
            </a:r>
            <a:endParaRPr dirty="0"/>
          </a:p>
        </p:txBody>
      </p:sp>
      <p:sp>
        <p:nvSpPr>
          <p:cNvPr id="1750" name="Google Shape;1750;p44">
            <a:extLst>
              <a:ext uri="{FF2B5EF4-FFF2-40B4-BE49-F238E27FC236}">
                <a16:creationId xmlns:a16="http://schemas.microsoft.com/office/drawing/2014/main" id="{1B8A3B6E-38FA-2327-B0F5-5B006DD00688}"/>
              </a:ext>
            </a:extLst>
          </p:cNvPr>
          <p:cNvSpPr txBox="1">
            <a:spLocks noGrp="1"/>
          </p:cNvSpPr>
          <p:nvPr>
            <p:ph type="subTitle" idx="5"/>
          </p:nvPr>
        </p:nvSpPr>
        <p:spPr>
          <a:xfrm>
            <a:off x="35811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Motor driver L298N</a:t>
            </a:r>
            <a:endParaRPr dirty="0"/>
          </a:p>
        </p:txBody>
      </p:sp>
      <p:pic>
        <p:nvPicPr>
          <p:cNvPr id="1752" name="Google Shape;1752;p44">
            <a:extLst>
              <a:ext uri="{FF2B5EF4-FFF2-40B4-BE49-F238E27FC236}">
                <a16:creationId xmlns:a16="http://schemas.microsoft.com/office/drawing/2014/main" id="{5ABCE273-2E04-1AAE-EFE6-71B44E2ABC33}"/>
              </a:ext>
            </a:extLst>
          </p:cNvPr>
          <p:cNvPicPr preferRelativeResize="0">
            <a:picLocks noGrp="1"/>
          </p:cNvPicPr>
          <p:nvPr>
            <p:ph type="pic" idx="7"/>
          </p:nvPr>
        </p:nvPicPr>
        <p:blipFill>
          <a:blip r:embed="rId3"/>
          <a:srcRect t="8061" b="8061"/>
          <a:stretch/>
        </p:blipFill>
        <p:spPr>
          <a:xfrm>
            <a:off x="713250" y="1740600"/>
            <a:ext cx="1981800" cy="1662300"/>
          </a:xfrm>
          <a:prstGeom prst="snip1Rect">
            <a:avLst>
              <a:gd name="adj" fmla="val 16667"/>
            </a:avLst>
          </a:prstGeom>
        </p:spPr>
      </p:pic>
      <p:pic>
        <p:nvPicPr>
          <p:cNvPr id="1753" name="Google Shape;1753;p44">
            <a:extLst>
              <a:ext uri="{FF2B5EF4-FFF2-40B4-BE49-F238E27FC236}">
                <a16:creationId xmlns:a16="http://schemas.microsoft.com/office/drawing/2014/main" id="{AE20CF08-AA39-B64F-09A5-9319AC8C3DF1}"/>
              </a:ext>
            </a:extLst>
          </p:cNvPr>
          <p:cNvPicPr preferRelativeResize="0">
            <a:picLocks noGrp="1"/>
          </p:cNvPicPr>
          <p:nvPr>
            <p:ph type="pic" idx="8"/>
          </p:nvPr>
        </p:nvPicPr>
        <p:blipFill>
          <a:blip r:embed="rId4"/>
          <a:srcRect t="8061" b="8061"/>
          <a:stretch/>
        </p:blipFill>
        <p:spPr>
          <a:xfrm>
            <a:off x="3581100" y="1740600"/>
            <a:ext cx="1981800" cy="1662300"/>
          </a:xfrm>
          <a:prstGeom prst="snip1Rect">
            <a:avLst>
              <a:gd name="adj" fmla="val 16667"/>
            </a:avLst>
          </a:prstGeom>
        </p:spPr>
      </p:pic>
      <p:pic>
        <p:nvPicPr>
          <p:cNvPr id="1754" name="Google Shape;1754;p44">
            <a:extLst>
              <a:ext uri="{FF2B5EF4-FFF2-40B4-BE49-F238E27FC236}">
                <a16:creationId xmlns:a16="http://schemas.microsoft.com/office/drawing/2014/main" id="{130EAA06-0D37-3BE1-D9E0-7A7F011243F2}"/>
              </a:ext>
            </a:extLst>
          </p:cNvPr>
          <p:cNvPicPr preferRelativeResize="0">
            <a:picLocks noGrp="1"/>
          </p:cNvPicPr>
          <p:nvPr>
            <p:ph type="pic" idx="9"/>
          </p:nvPr>
        </p:nvPicPr>
        <p:blipFill>
          <a:blip r:embed="rId5"/>
          <a:srcRect t="8061" b="8061"/>
          <a:stretch/>
        </p:blipFill>
        <p:spPr>
          <a:xfrm>
            <a:off x="6448950" y="1740600"/>
            <a:ext cx="1981800" cy="1662300"/>
          </a:xfrm>
          <a:prstGeom prst="snip1Rect">
            <a:avLst>
              <a:gd name="adj" fmla="val 16667"/>
            </a:avLst>
          </a:prstGeom>
        </p:spPr>
      </p:pic>
    </p:spTree>
    <p:extLst>
      <p:ext uri="{BB962C8B-B14F-4D97-AF65-F5344CB8AC3E}">
        <p14:creationId xmlns:p14="http://schemas.microsoft.com/office/powerpoint/2010/main" val="1652799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4">
          <a:extLst>
            <a:ext uri="{FF2B5EF4-FFF2-40B4-BE49-F238E27FC236}">
              <a16:creationId xmlns:a16="http://schemas.microsoft.com/office/drawing/2014/main" id="{CA7E53E2-E721-2EC5-462D-A09FECBC242A}"/>
            </a:ext>
          </a:extLst>
        </p:cNvPr>
        <p:cNvGrpSpPr/>
        <p:nvPr/>
      </p:nvGrpSpPr>
      <p:grpSpPr>
        <a:xfrm>
          <a:off x="0" y="0"/>
          <a:ext cx="0" cy="0"/>
          <a:chOff x="0" y="0"/>
          <a:chExt cx="0" cy="0"/>
        </a:xfrm>
      </p:grpSpPr>
      <p:sp>
        <p:nvSpPr>
          <p:cNvPr id="1745" name="Google Shape;1745;p44">
            <a:extLst>
              <a:ext uri="{FF2B5EF4-FFF2-40B4-BE49-F238E27FC236}">
                <a16:creationId xmlns:a16="http://schemas.microsoft.com/office/drawing/2014/main" id="{6927781D-E2D1-33EA-A565-01D60966BB4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RC car components</a:t>
            </a:r>
            <a:endParaRPr dirty="0"/>
          </a:p>
        </p:txBody>
      </p:sp>
      <p:sp>
        <p:nvSpPr>
          <p:cNvPr id="1749" name="Google Shape;1749;p44">
            <a:extLst>
              <a:ext uri="{FF2B5EF4-FFF2-40B4-BE49-F238E27FC236}">
                <a16:creationId xmlns:a16="http://schemas.microsoft.com/office/drawing/2014/main" id="{DBCC23BD-1864-2415-5E8F-7CB834D2C34B}"/>
              </a:ext>
            </a:extLst>
          </p:cNvPr>
          <p:cNvSpPr txBox="1">
            <a:spLocks noGrp="1"/>
          </p:cNvSpPr>
          <p:nvPr>
            <p:ph type="subTitle" idx="4"/>
          </p:nvPr>
        </p:nvSpPr>
        <p:spPr>
          <a:xfrm>
            <a:off x="7200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Battery Holder</a:t>
            </a:r>
            <a:endParaRPr dirty="0"/>
          </a:p>
        </p:txBody>
      </p:sp>
      <p:sp>
        <p:nvSpPr>
          <p:cNvPr id="1750" name="Google Shape;1750;p44">
            <a:extLst>
              <a:ext uri="{FF2B5EF4-FFF2-40B4-BE49-F238E27FC236}">
                <a16:creationId xmlns:a16="http://schemas.microsoft.com/office/drawing/2014/main" id="{C06FF41B-0DE4-8838-03E6-17D6CCD257BC}"/>
              </a:ext>
            </a:extLst>
          </p:cNvPr>
          <p:cNvSpPr txBox="1">
            <a:spLocks noGrp="1"/>
          </p:cNvSpPr>
          <p:nvPr>
            <p:ph type="subTitle" idx="5"/>
          </p:nvPr>
        </p:nvSpPr>
        <p:spPr>
          <a:xfrm>
            <a:off x="35811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Jumper Wires</a:t>
            </a:r>
            <a:endParaRPr dirty="0"/>
          </a:p>
        </p:txBody>
      </p:sp>
      <p:pic>
        <p:nvPicPr>
          <p:cNvPr id="1752" name="Google Shape;1752;p44">
            <a:extLst>
              <a:ext uri="{FF2B5EF4-FFF2-40B4-BE49-F238E27FC236}">
                <a16:creationId xmlns:a16="http://schemas.microsoft.com/office/drawing/2014/main" id="{807C7D56-90B9-F955-A210-DE351B850D8E}"/>
              </a:ext>
            </a:extLst>
          </p:cNvPr>
          <p:cNvPicPr preferRelativeResize="0">
            <a:picLocks noGrp="1"/>
          </p:cNvPicPr>
          <p:nvPr>
            <p:ph type="pic" idx="7"/>
          </p:nvPr>
        </p:nvPicPr>
        <p:blipFill>
          <a:blip r:embed="rId3"/>
          <a:srcRect t="8061" b="8061"/>
          <a:stretch/>
        </p:blipFill>
        <p:spPr>
          <a:xfrm>
            <a:off x="713250" y="1740600"/>
            <a:ext cx="1981800" cy="1662300"/>
          </a:xfrm>
          <a:prstGeom prst="snip1Rect">
            <a:avLst>
              <a:gd name="adj" fmla="val 16667"/>
            </a:avLst>
          </a:prstGeom>
        </p:spPr>
      </p:pic>
      <p:pic>
        <p:nvPicPr>
          <p:cNvPr id="1753" name="Google Shape;1753;p44">
            <a:extLst>
              <a:ext uri="{FF2B5EF4-FFF2-40B4-BE49-F238E27FC236}">
                <a16:creationId xmlns:a16="http://schemas.microsoft.com/office/drawing/2014/main" id="{89DB8537-3E90-63EF-BD2B-53ABEF4F9C8C}"/>
              </a:ext>
            </a:extLst>
          </p:cNvPr>
          <p:cNvPicPr preferRelativeResize="0">
            <a:picLocks noGrp="1"/>
          </p:cNvPicPr>
          <p:nvPr>
            <p:ph type="pic" idx="8"/>
          </p:nvPr>
        </p:nvPicPr>
        <p:blipFill>
          <a:blip r:embed="rId4"/>
          <a:srcRect l="16501" r="16501"/>
          <a:stretch/>
        </p:blipFill>
        <p:spPr>
          <a:xfrm>
            <a:off x="3581100" y="1740600"/>
            <a:ext cx="1981800" cy="1662300"/>
          </a:xfrm>
          <a:prstGeom prst="snip1Rect">
            <a:avLst>
              <a:gd name="adj" fmla="val 16667"/>
            </a:avLst>
          </a:prstGeom>
        </p:spPr>
      </p:pic>
    </p:spTree>
    <p:extLst>
      <p:ext uri="{BB962C8B-B14F-4D97-AF65-F5344CB8AC3E}">
        <p14:creationId xmlns:p14="http://schemas.microsoft.com/office/powerpoint/2010/main" val="259008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4">
          <a:extLst>
            <a:ext uri="{FF2B5EF4-FFF2-40B4-BE49-F238E27FC236}">
              <a16:creationId xmlns:a16="http://schemas.microsoft.com/office/drawing/2014/main" id="{DFCCE232-5FCB-15EC-BF41-80969B542658}"/>
            </a:ext>
          </a:extLst>
        </p:cNvPr>
        <p:cNvGrpSpPr/>
        <p:nvPr/>
      </p:nvGrpSpPr>
      <p:grpSpPr>
        <a:xfrm>
          <a:off x="0" y="0"/>
          <a:ext cx="0" cy="0"/>
          <a:chOff x="0" y="0"/>
          <a:chExt cx="0" cy="0"/>
        </a:xfrm>
      </p:grpSpPr>
      <p:sp>
        <p:nvSpPr>
          <p:cNvPr id="1745" name="Google Shape;1745;p44">
            <a:extLst>
              <a:ext uri="{FF2B5EF4-FFF2-40B4-BE49-F238E27FC236}">
                <a16:creationId xmlns:a16="http://schemas.microsoft.com/office/drawing/2014/main" id="{4DD45F0B-4977-6CF6-612D-9B13BDCAAE4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Glove components</a:t>
            </a:r>
            <a:endParaRPr dirty="0"/>
          </a:p>
        </p:txBody>
      </p:sp>
      <p:sp>
        <p:nvSpPr>
          <p:cNvPr id="1748" name="Google Shape;1748;p44">
            <a:extLst>
              <a:ext uri="{FF2B5EF4-FFF2-40B4-BE49-F238E27FC236}">
                <a16:creationId xmlns:a16="http://schemas.microsoft.com/office/drawing/2014/main" id="{748FDDFC-F817-B730-549E-57693DAB516D}"/>
              </a:ext>
            </a:extLst>
          </p:cNvPr>
          <p:cNvSpPr txBox="1">
            <a:spLocks noGrp="1"/>
          </p:cNvSpPr>
          <p:nvPr>
            <p:ph type="subTitle" idx="6"/>
          </p:nvPr>
        </p:nvSpPr>
        <p:spPr>
          <a:xfrm>
            <a:off x="644895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Flex Sensor</a:t>
            </a:r>
            <a:endParaRPr dirty="0"/>
          </a:p>
        </p:txBody>
      </p:sp>
      <p:sp>
        <p:nvSpPr>
          <p:cNvPr id="1749" name="Google Shape;1749;p44">
            <a:extLst>
              <a:ext uri="{FF2B5EF4-FFF2-40B4-BE49-F238E27FC236}">
                <a16:creationId xmlns:a16="http://schemas.microsoft.com/office/drawing/2014/main" id="{54F1A0FA-1A7C-31F1-6A3C-5B0859F4FBF1}"/>
              </a:ext>
            </a:extLst>
          </p:cNvPr>
          <p:cNvSpPr txBox="1">
            <a:spLocks noGrp="1"/>
          </p:cNvSpPr>
          <p:nvPr>
            <p:ph type="subTitle" idx="4"/>
          </p:nvPr>
        </p:nvSpPr>
        <p:spPr>
          <a:xfrm>
            <a:off x="7200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Arduino Nano</a:t>
            </a:r>
            <a:endParaRPr dirty="0"/>
          </a:p>
        </p:txBody>
      </p:sp>
      <p:sp>
        <p:nvSpPr>
          <p:cNvPr id="1750" name="Google Shape;1750;p44">
            <a:extLst>
              <a:ext uri="{FF2B5EF4-FFF2-40B4-BE49-F238E27FC236}">
                <a16:creationId xmlns:a16="http://schemas.microsoft.com/office/drawing/2014/main" id="{AB3CB024-8FF7-3011-066F-F2E57301A728}"/>
              </a:ext>
            </a:extLst>
          </p:cNvPr>
          <p:cNvSpPr txBox="1">
            <a:spLocks noGrp="1"/>
          </p:cNvSpPr>
          <p:nvPr>
            <p:ph type="subTitle" idx="5"/>
          </p:nvPr>
        </p:nvSpPr>
        <p:spPr>
          <a:xfrm>
            <a:off x="35811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MPU9250</a:t>
            </a:r>
            <a:endParaRPr dirty="0"/>
          </a:p>
        </p:txBody>
      </p:sp>
      <p:pic>
        <p:nvPicPr>
          <p:cNvPr id="1752" name="Google Shape;1752;p44">
            <a:extLst>
              <a:ext uri="{FF2B5EF4-FFF2-40B4-BE49-F238E27FC236}">
                <a16:creationId xmlns:a16="http://schemas.microsoft.com/office/drawing/2014/main" id="{E7D555BA-42A8-C83B-9E80-8EDA140308EA}"/>
              </a:ext>
            </a:extLst>
          </p:cNvPr>
          <p:cNvPicPr preferRelativeResize="0">
            <a:picLocks noGrp="1"/>
          </p:cNvPicPr>
          <p:nvPr>
            <p:ph type="pic" idx="7"/>
          </p:nvPr>
        </p:nvPicPr>
        <p:blipFill>
          <a:blip r:embed="rId3"/>
          <a:srcRect t="8061" b="8061"/>
          <a:stretch/>
        </p:blipFill>
        <p:spPr>
          <a:xfrm>
            <a:off x="713250" y="1740600"/>
            <a:ext cx="1981800" cy="1662300"/>
          </a:xfrm>
          <a:prstGeom prst="snip1Rect">
            <a:avLst>
              <a:gd name="adj" fmla="val 16667"/>
            </a:avLst>
          </a:prstGeom>
        </p:spPr>
      </p:pic>
      <p:pic>
        <p:nvPicPr>
          <p:cNvPr id="1753" name="Google Shape;1753;p44">
            <a:extLst>
              <a:ext uri="{FF2B5EF4-FFF2-40B4-BE49-F238E27FC236}">
                <a16:creationId xmlns:a16="http://schemas.microsoft.com/office/drawing/2014/main" id="{F76256FC-20F7-4883-A061-964EB11FE009}"/>
              </a:ext>
            </a:extLst>
          </p:cNvPr>
          <p:cNvPicPr preferRelativeResize="0">
            <a:picLocks noGrp="1"/>
          </p:cNvPicPr>
          <p:nvPr>
            <p:ph type="pic" idx="8"/>
          </p:nvPr>
        </p:nvPicPr>
        <p:blipFill>
          <a:blip r:embed="rId4"/>
          <a:srcRect l="5259" r="5259"/>
          <a:stretch/>
        </p:blipFill>
        <p:spPr>
          <a:xfrm>
            <a:off x="3581100" y="1740600"/>
            <a:ext cx="1981800" cy="1662300"/>
          </a:xfrm>
          <a:prstGeom prst="snip1Rect">
            <a:avLst>
              <a:gd name="adj" fmla="val 16667"/>
            </a:avLst>
          </a:prstGeom>
        </p:spPr>
      </p:pic>
      <p:pic>
        <p:nvPicPr>
          <p:cNvPr id="1754" name="Google Shape;1754;p44">
            <a:extLst>
              <a:ext uri="{FF2B5EF4-FFF2-40B4-BE49-F238E27FC236}">
                <a16:creationId xmlns:a16="http://schemas.microsoft.com/office/drawing/2014/main" id="{D1A04DCD-6E5A-8A3C-29E6-C69F5E66DB20}"/>
              </a:ext>
            </a:extLst>
          </p:cNvPr>
          <p:cNvPicPr preferRelativeResize="0">
            <a:picLocks noGrp="1"/>
          </p:cNvPicPr>
          <p:nvPr>
            <p:ph type="pic" idx="9"/>
          </p:nvPr>
        </p:nvPicPr>
        <p:blipFill>
          <a:blip r:embed="rId5"/>
          <a:srcRect t="8061" b="8061"/>
          <a:stretch/>
        </p:blipFill>
        <p:spPr>
          <a:xfrm>
            <a:off x="6448950" y="1740600"/>
            <a:ext cx="1981800" cy="1662300"/>
          </a:xfrm>
          <a:prstGeom prst="snip1Rect">
            <a:avLst>
              <a:gd name="adj" fmla="val 16667"/>
            </a:avLst>
          </a:prstGeom>
        </p:spPr>
      </p:pic>
    </p:spTree>
    <p:extLst>
      <p:ext uri="{BB962C8B-B14F-4D97-AF65-F5344CB8AC3E}">
        <p14:creationId xmlns:p14="http://schemas.microsoft.com/office/powerpoint/2010/main" val="2807709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4">
          <a:extLst>
            <a:ext uri="{FF2B5EF4-FFF2-40B4-BE49-F238E27FC236}">
              <a16:creationId xmlns:a16="http://schemas.microsoft.com/office/drawing/2014/main" id="{50C2C0FF-E257-CD2F-57D9-2FE09F3AB687}"/>
            </a:ext>
          </a:extLst>
        </p:cNvPr>
        <p:cNvGrpSpPr/>
        <p:nvPr/>
      </p:nvGrpSpPr>
      <p:grpSpPr>
        <a:xfrm>
          <a:off x="0" y="0"/>
          <a:ext cx="0" cy="0"/>
          <a:chOff x="0" y="0"/>
          <a:chExt cx="0" cy="0"/>
        </a:xfrm>
      </p:grpSpPr>
      <p:sp>
        <p:nvSpPr>
          <p:cNvPr id="1745" name="Google Shape;1745;p44">
            <a:extLst>
              <a:ext uri="{FF2B5EF4-FFF2-40B4-BE49-F238E27FC236}">
                <a16:creationId xmlns:a16="http://schemas.microsoft.com/office/drawing/2014/main" id="{AD06EBCF-94B7-A2EA-FCC5-B35EE26AF76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Glove components</a:t>
            </a:r>
            <a:endParaRPr dirty="0"/>
          </a:p>
        </p:txBody>
      </p:sp>
      <p:sp>
        <p:nvSpPr>
          <p:cNvPr id="1748" name="Google Shape;1748;p44">
            <a:extLst>
              <a:ext uri="{FF2B5EF4-FFF2-40B4-BE49-F238E27FC236}">
                <a16:creationId xmlns:a16="http://schemas.microsoft.com/office/drawing/2014/main" id="{E33F4376-8B66-3BC1-F1F7-945FB309A1DA}"/>
              </a:ext>
            </a:extLst>
          </p:cNvPr>
          <p:cNvSpPr txBox="1">
            <a:spLocks noGrp="1"/>
          </p:cNvSpPr>
          <p:nvPr>
            <p:ph type="subTitle" idx="6"/>
          </p:nvPr>
        </p:nvSpPr>
        <p:spPr>
          <a:xfrm>
            <a:off x="644895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Bread Board</a:t>
            </a:r>
            <a:endParaRPr dirty="0"/>
          </a:p>
        </p:txBody>
      </p:sp>
      <p:sp>
        <p:nvSpPr>
          <p:cNvPr id="1749" name="Google Shape;1749;p44">
            <a:extLst>
              <a:ext uri="{FF2B5EF4-FFF2-40B4-BE49-F238E27FC236}">
                <a16:creationId xmlns:a16="http://schemas.microsoft.com/office/drawing/2014/main" id="{40F88554-6A10-BC09-D3E3-00455BDA683C}"/>
              </a:ext>
            </a:extLst>
          </p:cNvPr>
          <p:cNvSpPr txBox="1">
            <a:spLocks noGrp="1"/>
          </p:cNvSpPr>
          <p:nvPr>
            <p:ph type="subTitle" idx="4"/>
          </p:nvPr>
        </p:nvSpPr>
        <p:spPr>
          <a:xfrm>
            <a:off x="720000" y="4296175"/>
            <a:ext cx="1981800" cy="402300"/>
          </a:xfrm>
          <a:prstGeom prst="rect">
            <a:avLst/>
          </a:prstGeom>
        </p:spPr>
        <p:txBody>
          <a:bodyPr spcFirstLastPara="1" wrap="square" lIns="91425" tIns="91425" rIns="91425" bIns="91425" anchor="b" anchorCtr="0">
            <a:noAutofit/>
          </a:bodyPr>
          <a:lstStyle/>
          <a:p>
            <a:pPr marL="0" lvl="0" indent="0"/>
            <a:r>
              <a:rPr lang="en-US" dirty="0"/>
              <a:t>Bluetooth module HC05</a:t>
            </a:r>
          </a:p>
        </p:txBody>
      </p:sp>
      <p:sp>
        <p:nvSpPr>
          <p:cNvPr id="1750" name="Google Shape;1750;p44">
            <a:extLst>
              <a:ext uri="{FF2B5EF4-FFF2-40B4-BE49-F238E27FC236}">
                <a16:creationId xmlns:a16="http://schemas.microsoft.com/office/drawing/2014/main" id="{699FCCEA-34D8-7679-06B5-248E6D61A36E}"/>
              </a:ext>
            </a:extLst>
          </p:cNvPr>
          <p:cNvSpPr txBox="1">
            <a:spLocks noGrp="1"/>
          </p:cNvSpPr>
          <p:nvPr>
            <p:ph type="subTitle" idx="5"/>
          </p:nvPr>
        </p:nvSpPr>
        <p:spPr>
          <a:xfrm>
            <a:off x="3581100" y="42961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Jumper Wires</a:t>
            </a:r>
            <a:endParaRPr dirty="0"/>
          </a:p>
        </p:txBody>
      </p:sp>
      <p:pic>
        <p:nvPicPr>
          <p:cNvPr id="1752" name="Google Shape;1752;p44">
            <a:extLst>
              <a:ext uri="{FF2B5EF4-FFF2-40B4-BE49-F238E27FC236}">
                <a16:creationId xmlns:a16="http://schemas.microsoft.com/office/drawing/2014/main" id="{27F558E8-2FE7-D2E7-3158-D79E67E474D8}"/>
              </a:ext>
            </a:extLst>
          </p:cNvPr>
          <p:cNvPicPr preferRelativeResize="0">
            <a:picLocks noGrp="1"/>
          </p:cNvPicPr>
          <p:nvPr>
            <p:ph type="pic" idx="7"/>
          </p:nvPr>
        </p:nvPicPr>
        <p:blipFill>
          <a:blip r:embed="rId3"/>
          <a:srcRect t="8061" b="8061"/>
          <a:stretch/>
        </p:blipFill>
        <p:spPr>
          <a:xfrm>
            <a:off x="713250" y="1740600"/>
            <a:ext cx="1981800" cy="1662300"/>
          </a:xfrm>
          <a:prstGeom prst="snip1Rect">
            <a:avLst>
              <a:gd name="adj" fmla="val 16667"/>
            </a:avLst>
          </a:prstGeom>
        </p:spPr>
      </p:pic>
      <p:pic>
        <p:nvPicPr>
          <p:cNvPr id="1753" name="Google Shape;1753;p44">
            <a:extLst>
              <a:ext uri="{FF2B5EF4-FFF2-40B4-BE49-F238E27FC236}">
                <a16:creationId xmlns:a16="http://schemas.microsoft.com/office/drawing/2014/main" id="{3319C723-070A-CD97-4033-70F9C9A8598C}"/>
              </a:ext>
            </a:extLst>
          </p:cNvPr>
          <p:cNvPicPr preferRelativeResize="0">
            <a:picLocks noGrp="1"/>
          </p:cNvPicPr>
          <p:nvPr>
            <p:ph type="pic" idx="8"/>
          </p:nvPr>
        </p:nvPicPr>
        <p:blipFill>
          <a:blip r:embed="rId4"/>
          <a:srcRect l="16501" r="16501"/>
          <a:stretch/>
        </p:blipFill>
        <p:spPr>
          <a:xfrm>
            <a:off x="3581100" y="1740600"/>
            <a:ext cx="1981800" cy="1662300"/>
          </a:xfrm>
          <a:prstGeom prst="snip1Rect">
            <a:avLst>
              <a:gd name="adj" fmla="val 16667"/>
            </a:avLst>
          </a:prstGeom>
        </p:spPr>
      </p:pic>
      <p:pic>
        <p:nvPicPr>
          <p:cNvPr id="1754" name="Google Shape;1754;p44">
            <a:extLst>
              <a:ext uri="{FF2B5EF4-FFF2-40B4-BE49-F238E27FC236}">
                <a16:creationId xmlns:a16="http://schemas.microsoft.com/office/drawing/2014/main" id="{76BD4AD7-89E2-AFC3-54D1-CE7778C02113}"/>
              </a:ext>
            </a:extLst>
          </p:cNvPr>
          <p:cNvPicPr preferRelativeResize="0">
            <a:picLocks noGrp="1"/>
          </p:cNvPicPr>
          <p:nvPr>
            <p:ph type="pic" idx="9"/>
          </p:nvPr>
        </p:nvPicPr>
        <p:blipFill>
          <a:blip r:embed="rId5"/>
          <a:srcRect t="8061" b="8061"/>
          <a:stretch/>
        </p:blipFill>
        <p:spPr>
          <a:xfrm>
            <a:off x="6448950" y="1740600"/>
            <a:ext cx="1981800" cy="1662300"/>
          </a:xfrm>
          <a:prstGeom prst="snip1Rect">
            <a:avLst>
              <a:gd name="adj" fmla="val 16667"/>
            </a:avLst>
          </a:prstGeom>
        </p:spPr>
      </p:pic>
    </p:spTree>
    <p:extLst>
      <p:ext uri="{BB962C8B-B14F-4D97-AF65-F5344CB8AC3E}">
        <p14:creationId xmlns:p14="http://schemas.microsoft.com/office/powerpoint/2010/main" val="3325887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28E65564-B1D9-963C-6077-A04E3E69D67D}"/>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168110B9-792D-D22A-C96C-675FEC7D10D0}"/>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Circuit Diagram</a:t>
            </a:r>
            <a:endParaRPr lang="en-US" dirty="0">
              <a:solidFill>
                <a:schemeClr val="dk1"/>
              </a:solidFill>
            </a:endParaRPr>
          </a:p>
        </p:txBody>
      </p:sp>
      <p:grpSp>
        <p:nvGrpSpPr>
          <p:cNvPr id="1432" name="Google Shape;1432;p35">
            <a:extLst>
              <a:ext uri="{FF2B5EF4-FFF2-40B4-BE49-F238E27FC236}">
                <a16:creationId xmlns:a16="http://schemas.microsoft.com/office/drawing/2014/main" id="{1BE9E540-348D-0CE4-69B4-5A7DEB62CB15}"/>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ACB0C386-77B9-5B04-924B-93812589847C}"/>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5DC5B673-B89C-0A61-4F5A-8870BF9D639D}"/>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19F293DC-3D48-932F-EDD0-2BC41AF95DD3}"/>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a:extLst>
                  <a:ext uri="{FF2B5EF4-FFF2-40B4-BE49-F238E27FC236}">
                    <a16:creationId xmlns:a16="http://schemas.microsoft.com/office/drawing/2014/main" id="{D36DC56E-A26B-7335-5C66-34944A0F8EB1}"/>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a:extLst>
              <a:ext uri="{FF2B5EF4-FFF2-40B4-BE49-F238E27FC236}">
                <a16:creationId xmlns:a16="http://schemas.microsoft.com/office/drawing/2014/main" id="{CD80962C-9D6E-20DB-F48E-1361CFA51080}"/>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CB0020E4-5D8B-B950-9FE5-252CA50DD20B}"/>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a:extLst>
                <a:ext uri="{FF2B5EF4-FFF2-40B4-BE49-F238E27FC236}">
                  <a16:creationId xmlns:a16="http://schemas.microsoft.com/office/drawing/2014/main" id="{870CE1AB-9666-4F7A-6D51-5AFB98C62B80}"/>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3F87EDAE-A0FB-6CA7-F06E-EB875A861F2B}"/>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a:extLst>
              <a:ext uri="{FF2B5EF4-FFF2-40B4-BE49-F238E27FC236}">
                <a16:creationId xmlns:a16="http://schemas.microsoft.com/office/drawing/2014/main" id="{17572293-3AED-E582-5B61-414103DEE44F}"/>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E2B3EC6D-92FA-A3E3-CD09-1356CDCD3DC3}"/>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a:extLst>
                <a:ext uri="{FF2B5EF4-FFF2-40B4-BE49-F238E27FC236}">
                  <a16:creationId xmlns:a16="http://schemas.microsoft.com/office/drawing/2014/main" id="{F2E1C03F-CCDB-BAA6-A169-0C7F76820837}"/>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033ECE2D-BCE3-493E-B0CC-0FB2753E0042}"/>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a:extLst>
                  <a:ext uri="{FF2B5EF4-FFF2-40B4-BE49-F238E27FC236}">
                    <a16:creationId xmlns:a16="http://schemas.microsoft.com/office/drawing/2014/main" id="{EC10E7F4-E48A-25FA-8A9C-B0CD6222107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a:extLst>
                <a:ext uri="{FF2B5EF4-FFF2-40B4-BE49-F238E27FC236}">
                  <a16:creationId xmlns:a16="http://schemas.microsoft.com/office/drawing/2014/main" id="{717161FF-7829-504D-DE9E-B4F5A36E6B27}"/>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242BDDAF-E369-9F01-AB52-DE71C86E3201}"/>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a:extLst>
                  <a:ext uri="{FF2B5EF4-FFF2-40B4-BE49-F238E27FC236}">
                    <a16:creationId xmlns:a16="http://schemas.microsoft.com/office/drawing/2014/main" id="{312A1056-2D91-3E27-038E-C172144599DC}"/>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a:extLst>
                <a:ext uri="{FF2B5EF4-FFF2-40B4-BE49-F238E27FC236}">
                  <a16:creationId xmlns:a16="http://schemas.microsoft.com/office/drawing/2014/main" id="{6CCD8629-E1AB-B71C-289E-2774E82A0940}"/>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C735F7D9-6873-2145-B7A4-E3060B218C97}"/>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a:extLst>
                  <a:ext uri="{FF2B5EF4-FFF2-40B4-BE49-F238E27FC236}">
                    <a16:creationId xmlns:a16="http://schemas.microsoft.com/office/drawing/2014/main" id="{44DF573F-99C1-F866-E6DF-83977F543F2C}"/>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a:extLst>
                <a:ext uri="{FF2B5EF4-FFF2-40B4-BE49-F238E27FC236}">
                  <a16:creationId xmlns:a16="http://schemas.microsoft.com/office/drawing/2014/main" id="{F5ECE3A8-A493-D7D2-B41F-9E051140BDDE}"/>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47643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2652F840-41C1-AB6B-79A6-1CAE601F9FCC}"/>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A14646B6-BE62-D1DF-E50A-3A6B39296BC3}"/>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RC car circuit</a:t>
            </a:r>
            <a:endParaRPr dirty="0"/>
          </a:p>
        </p:txBody>
      </p:sp>
      <p:pic>
        <p:nvPicPr>
          <p:cNvPr id="3" name="Picture 2" descr="A computer screen shot of a circuit board&#10;&#10;AI-generated content may be incorrect.">
            <a:extLst>
              <a:ext uri="{FF2B5EF4-FFF2-40B4-BE49-F238E27FC236}">
                <a16:creationId xmlns:a16="http://schemas.microsoft.com/office/drawing/2014/main" id="{CA721D37-E966-B378-6DCE-8D8FD99D8B6E}"/>
              </a:ext>
            </a:extLst>
          </p:cNvPr>
          <p:cNvPicPr>
            <a:picLocks noChangeAspect="1"/>
          </p:cNvPicPr>
          <p:nvPr/>
        </p:nvPicPr>
        <p:blipFill>
          <a:blip r:embed="rId3"/>
          <a:stretch>
            <a:fillRect/>
          </a:stretch>
        </p:blipFill>
        <p:spPr>
          <a:xfrm>
            <a:off x="3050256" y="688410"/>
            <a:ext cx="5499563" cy="3898580"/>
          </a:xfrm>
          <a:prstGeom prst="rect">
            <a:avLst/>
          </a:prstGeom>
        </p:spPr>
      </p:pic>
    </p:spTree>
    <p:extLst>
      <p:ext uri="{BB962C8B-B14F-4D97-AF65-F5344CB8AC3E}">
        <p14:creationId xmlns:p14="http://schemas.microsoft.com/office/powerpoint/2010/main" val="2412662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445C800B-2245-BEF7-47F5-C74FE500A6B9}"/>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30384428-4834-7449-C9D9-63678799232F}"/>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Glove Circuit</a:t>
            </a:r>
            <a:endParaRPr dirty="0"/>
          </a:p>
        </p:txBody>
      </p:sp>
      <p:pic>
        <p:nvPicPr>
          <p:cNvPr id="3" name="Picture 2" descr="A computer screen shot of a computer&#10;&#10;AI-generated content may be incorrect.">
            <a:extLst>
              <a:ext uri="{FF2B5EF4-FFF2-40B4-BE49-F238E27FC236}">
                <a16:creationId xmlns:a16="http://schemas.microsoft.com/office/drawing/2014/main" id="{9983F47E-F1D2-787F-569E-33A1E9D93C9F}"/>
              </a:ext>
            </a:extLst>
          </p:cNvPr>
          <p:cNvPicPr>
            <a:picLocks noChangeAspect="1"/>
          </p:cNvPicPr>
          <p:nvPr/>
        </p:nvPicPr>
        <p:blipFill>
          <a:blip r:embed="rId3"/>
          <a:stretch>
            <a:fillRect/>
          </a:stretch>
        </p:blipFill>
        <p:spPr>
          <a:xfrm>
            <a:off x="2850681" y="860001"/>
            <a:ext cx="6120934" cy="3913550"/>
          </a:xfrm>
          <a:prstGeom prst="rect">
            <a:avLst/>
          </a:prstGeom>
        </p:spPr>
      </p:pic>
    </p:spTree>
    <p:extLst>
      <p:ext uri="{BB962C8B-B14F-4D97-AF65-F5344CB8AC3E}">
        <p14:creationId xmlns:p14="http://schemas.microsoft.com/office/powerpoint/2010/main" val="105004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C69C125A-8344-9C3C-CBE7-07D52B254922}"/>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423BACE9-F4EC-E365-BEC5-255C7547E2E9}"/>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Code</a:t>
            </a:r>
            <a:endParaRPr lang="en-US" dirty="0">
              <a:solidFill>
                <a:schemeClr val="dk1"/>
              </a:solidFill>
            </a:endParaRPr>
          </a:p>
        </p:txBody>
      </p:sp>
      <p:grpSp>
        <p:nvGrpSpPr>
          <p:cNvPr id="1432" name="Google Shape;1432;p35">
            <a:extLst>
              <a:ext uri="{FF2B5EF4-FFF2-40B4-BE49-F238E27FC236}">
                <a16:creationId xmlns:a16="http://schemas.microsoft.com/office/drawing/2014/main" id="{349CDC34-B4B0-D065-9A34-62D10FB31EF1}"/>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D1DAB39C-DA43-12E4-2629-4BDB27386ECD}"/>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7C6516DB-0E95-69CA-FA7C-F7409D31CE4D}"/>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902CD33D-0ADB-4426-A600-09174B9D7224}"/>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a:extLst>
                  <a:ext uri="{FF2B5EF4-FFF2-40B4-BE49-F238E27FC236}">
                    <a16:creationId xmlns:a16="http://schemas.microsoft.com/office/drawing/2014/main" id="{F0D6B0C1-2C76-7A0A-FD3E-011B98C86898}"/>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a:extLst>
              <a:ext uri="{FF2B5EF4-FFF2-40B4-BE49-F238E27FC236}">
                <a16:creationId xmlns:a16="http://schemas.microsoft.com/office/drawing/2014/main" id="{B67F26F6-73F1-4428-1DE1-1FA2BB741B42}"/>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D6C5D74C-D21A-9632-744D-6191075175BA}"/>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a:extLst>
                <a:ext uri="{FF2B5EF4-FFF2-40B4-BE49-F238E27FC236}">
                  <a16:creationId xmlns:a16="http://schemas.microsoft.com/office/drawing/2014/main" id="{8EDF7CA7-A4A7-AE2E-08D4-13DFDBF6D62E}"/>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030A6703-1546-C037-27E3-6AD280450B6A}"/>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a:extLst>
              <a:ext uri="{FF2B5EF4-FFF2-40B4-BE49-F238E27FC236}">
                <a16:creationId xmlns:a16="http://schemas.microsoft.com/office/drawing/2014/main" id="{E7EB577D-966B-1BAC-8187-9033C9C57505}"/>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71C99679-B994-EF4B-FDAA-67C692BA0A79}"/>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a:extLst>
                <a:ext uri="{FF2B5EF4-FFF2-40B4-BE49-F238E27FC236}">
                  <a16:creationId xmlns:a16="http://schemas.microsoft.com/office/drawing/2014/main" id="{F66D04E1-4AF2-C2AC-4F08-2300873C6AD6}"/>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8E6D4255-F373-DD1B-9897-7BEDEB14FF9B}"/>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a:extLst>
                  <a:ext uri="{FF2B5EF4-FFF2-40B4-BE49-F238E27FC236}">
                    <a16:creationId xmlns:a16="http://schemas.microsoft.com/office/drawing/2014/main" id="{909569F9-2E4F-D88A-FC6C-D0520D0A299C}"/>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a:extLst>
                <a:ext uri="{FF2B5EF4-FFF2-40B4-BE49-F238E27FC236}">
                  <a16:creationId xmlns:a16="http://schemas.microsoft.com/office/drawing/2014/main" id="{AE0FB577-D461-B875-DBFB-1B033F9DE4F0}"/>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1A0A78A0-D1AB-F9C0-50E8-921F48E3C9FB}"/>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a:extLst>
                  <a:ext uri="{FF2B5EF4-FFF2-40B4-BE49-F238E27FC236}">
                    <a16:creationId xmlns:a16="http://schemas.microsoft.com/office/drawing/2014/main" id="{C860DEAB-FDC9-03DC-2C20-76112C7C9EE0}"/>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a:extLst>
                <a:ext uri="{FF2B5EF4-FFF2-40B4-BE49-F238E27FC236}">
                  <a16:creationId xmlns:a16="http://schemas.microsoft.com/office/drawing/2014/main" id="{E462AD4F-ADC9-2F87-C684-7E6078E06DB8}"/>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617289A5-2D7F-92BE-131F-D1A5EC0BD3B6}"/>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a:extLst>
                  <a:ext uri="{FF2B5EF4-FFF2-40B4-BE49-F238E27FC236}">
                    <a16:creationId xmlns:a16="http://schemas.microsoft.com/office/drawing/2014/main" id="{0A19C02A-3EF3-EF6E-D1B6-B9A86FDD712D}"/>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a:extLst>
                <a:ext uri="{FF2B5EF4-FFF2-40B4-BE49-F238E27FC236}">
                  <a16:creationId xmlns:a16="http://schemas.microsoft.com/office/drawing/2014/main" id="{20E66668-933F-D07E-3B0D-9C7B7E580A86}"/>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70580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34336C58-94E4-64C5-706A-DE031EE613EB}"/>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F4BA39B3-6ED1-3368-36A2-B48EC295B126}"/>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Glove Code</a:t>
            </a:r>
            <a:endParaRPr lang="en-US" dirty="0">
              <a:solidFill>
                <a:schemeClr val="dk1"/>
              </a:solidFill>
            </a:endParaRPr>
          </a:p>
        </p:txBody>
      </p:sp>
      <p:grpSp>
        <p:nvGrpSpPr>
          <p:cNvPr id="1432" name="Google Shape;1432;p35">
            <a:extLst>
              <a:ext uri="{FF2B5EF4-FFF2-40B4-BE49-F238E27FC236}">
                <a16:creationId xmlns:a16="http://schemas.microsoft.com/office/drawing/2014/main" id="{442C37BD-78D3-953A-B624-7779C5933703}"/>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8BE83974-6302-0B09-313A-D0AA9D948140}"/>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DD1AF390-3130-D772-9EEB-0E1EBDBAC927}"/>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AF824F7E-4CAD-5871-3261-EA289B93C293}"/>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35">
                <a:extLst>
                  <a:ext uri="{FF2B5EF4-FFF2-40B4-BE49-F238E27FC236}">
                    <a16:creationId xmlns:a16="http://schemas.microsoft.com/office/drawing/2014/main" id="{4CD0710E-E68E-0080-A0CC-6084894544D6}"/>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37" name="Google Shape;1437;p35">
            <a:extLst>
              <a:ext uri="{FF2B5EF4-FFF2-40B4-BE49-F238E27FC236}">
                <a16:creationId xmlns:a16="http://schemas.microsoft.com/office/drawing/2014/main" id="{27CFF571-4C17-729E-9CC6-BB2355538209}"/>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BD1126C1-A1D4-7DC0-9FC6-E9CA40AEF736}"/>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39" name="Google Shape;1439;p35">
              <a:extLst>
                <a:ext uri="{FF2B5EF4-FFF2-40B4-BE49-F238E27FC236}">
                  <a16:creationId xmlns:a16="http://schemas.microsoft.com/office/drawing/2014/main" id="{309EDACB-9DB9-C738-B91E-30AB5C266461}"/>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4CD3599D-5F24-09A8-07DB-D15280A8FE78}"/>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1" name="Google Shape;1441;p35">
            <a:extLst>
              <a:ext uri="{FF2B5EF4-FFF2-40B4-BE49-F238E27FC236}">
                <a16:creationId xmlns:a16="http://schemas.microsoft.com/office/drawing/2014/main" id="{DBC452AE-1335-FC2F-DEE5-B0A613884C3F}"/>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B854772B-BA5A-6770-1714-4D36DBB084BA}"/>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43" name="Google Shape;1443;p35">
              <a:extLst>
                <a:ext uri="{FF2B5EF4-FFF2-40B4-BE49-F238E27FC236}">
                  <a16:creationId xmlns:a16="http://schemas.microsoft.com/office/drawing/2014/main" id="{AC5C2A97-C802-8441-085F-A408FE9492F7}"/>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13D2D8CF-78FC-1745-FD58-FB8B212B8856}"/>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35">
                <a:extLst>
                  <a:ext uri="{FF2B5EF4-FFF2-40B4-BE49-F238E27FC236}">
                    <a16:creationId xmlns:a16="http://schemas.microsoft.com/office/drawing/2014/main" id="{47C0353A-1D13-02E0-EE43-4B23A3C3B15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6" name="Google Shape;1446;p35">
              <a:extLst>
                <a:ext uri="{FF2B5EF4-FFF2-40B4-BE49-F238E27FC236}">
                  <a16:creationId xmlns:a16="http://schemas.microsoft.com/office/drawing/2014/main" id="{EA78CA2E-9664-1DF5-9890-E032C66652B3}"/>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6A728A3C-5F29-D4CD-42BB-BDEC135676F2}"/>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35">
                <a:extLst>
                  <a:ext uri="{FF2B5EF4-FFF2-40B4-BE49-F238E27FC236}">
                    <a16:creationId xmlns:a16="http://schemas.microsoft.com/office/drawing/2014/main" id="{91C03C35-EFC4-A7A3-4BBD-BFA063435F46}"/>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9" name="Google Shape;1449;p35">
              <a:extLst>
                <a:ext uri="{FF2B5EF4-FFF2-40B4-BE49-F238E27FC236}">
                  <a16:creationId xmlns:a16="http://schemas.microsoft.com/office/drawing/2014/main" id="{9165D4F3-77C4-5A1B-753C-CAA7D21CB323}"/>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EDDF7A11-5D69-86D4-A112-9A246A40A24B}"/>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35">
                <a:extLst>
                  <a:ext uri="{FF2B5EF4-FFF2-40B4-BE49-F238E27FC236}">
                    <a16:creationId xmlns:a16="http://schemas.microsoft.com/office/drawing/2014/main" id="{7396C5D8-C635-4704-B81D-CC549442D620}"/>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52" name="Google Shape;1452;p35">
              <a:extLst>
                <a:ext uri="{FF2B5EF4-FFF2-40B4-BE49-F238E27FC236}">
                  <a16:creationId xmlns:a16="http://schemas.microsoft.com/office/drawing/2014/main" id="{8C3323DF-BE67-5C02-56AE-93F72DDA9EF0}"/>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4002733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9856D34F-7CDA-FE56-1CD1-AB52BBC05C42}"/>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EE85A3A1-3D2F-F15B-8298-FC9263090F1A}"/>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L</a:t>
            </a:r>
            <a:r>
              <a:rPr lang="en" dirty="0"/>
              <a:t>ibraries used</a:t>
            </a:r>
            <a:endParaRPr dirty="0"/>
          </a:p>
        </p:txBody>
      </p:sp>
      <p:pic>
        <p:nvPicPr>
          <p:cNvPr id="4" name="Picture 3" descr="A screenshot of a computer&#10;&#10;AI-generated content may be incorrect.">
            <a:extLst>
              <a:ext uri="{FF2B5EF4-FFF2-40B4-BE49-F238E27FC236}">
                <a16:creationId xmlns:a16="http://schemas.microsoft.com/office/drawing/2014/main" id="{CCA131C1-FB68-5F6F-DE09-4E8466EA6945}"/>
              </a:ext>
            </a:extLst>
          </p:cNvPr>
          <p:cNvPicPr>
            <a:picLocks noChangeAspect="1"/>
          </p:cNvPicPr>
          <p:nvPr/>
        </p:nvPicPr>
        <p:blipFill>
          <a:blip r:embed="rId3"/>
          <a:stretch>
            <a:fillRect/>
          </a:stretch>
        </p:blipFill>
        <p:spPr>
          <a:xfrm>
            <a:off x="5139442" y="2081144"/>
            <a:ext cx="3543795" cy="981212"/>
          </a:xfrm>
          <a:prstGeom prst="rect">
            <a:avLst/>
          </a:prstGeom>
        </p:spPr>
      </p:pic>
      <p:sp>
        <p:nvSpPr>
          <p:cNvPr id="5" name="Google Shape;1749;p44">
            <a:extLst>
              <a:ext uri="{FF2B5EF4-FFF2-40B4-BE49-F238E27FC236}">
                <a16:creationId xmlns:a16="http://schemas.microsoft.com/office/drawing/2014/main" id="{62DD5750-96D4-6F6A-E6F8-71CF3AB701FC}"/>
              </a:ext>
            </a:extLst>
          </p:cNvPr>
          <p:cNvSpPr txBox="1">
            <a:spLocks/>
          </p:cNvSpPr>
          <p:nvPr/>
        </p:nvSpPr>
        <p:spPr>
          <a:xfrm>
            <a:off x="979080" y="386183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First one is for Bluetooth communication via UART.</a:t>
            </a:r>
          </a:p>
          <a:p>
            <a:r>
              <a:rPr lang="en-US" dirty="0"/>
              <a:t>Second one is used to get values from the MPU.</a:t>
            </a:r>
          </a:p>
          <a:p>
            <a:r>
              <a:rPr lang="en-US" dirty="0"/>
              <a:t>Third one is for the I2C communication that the MPU9250 works with.</a:t>
            </a:r>
          </a:p>
        </p:txBody>
      </p:sp>
    </p:spTree>
    <p:extLst>
      <p:ext uri="{BB962C8B-B14F-4D97-AF65-F5344CB8AC3E}">
        <p14:creationId xmlns:p14="http://schemas.microsoft.com/office/powerpoint/2010/main" val="835860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FE8C60D9-CB25-2DBE-A66E-53407F899048}"/>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F39A106C-5110-901A-3A94-0238DCBC8972}"/>
              </a:ext>
            </a:extLst>
          </p:cNvPr>
          <p:cNvSpPr txBox="1">
            <a:spLocks noGrp="1"/>
          </p:cNvSpPr>
          <p:nvPr>
            <p:ph type="title"/>
          </p:nvPr>
        </p:nvSpPr>
        <p:spPr>
          <a:xfrm>
            <a:off x="720000" y="1565925"/>
            <a:ext cx="3852000" cy="59053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Initializations</a:t>
            </a:r>
            <a:endParaRPr dirty="0"/>
          </a:p>
        </p:txBody>
      </p:sp>
      <p:sp>
        <p:nvSpPr>
          <p:cNvPr id="5" name="Google Shape;1749;p44">
            <a:extLst>
              <a:ext uri="{FF2B5EF4-FFF2-40B4-BE49-F238E27FC236}">
                <a16:creationId xmlns:a16="http://schemas.microsoft.com/office/drawing/2014/main" id="{79AE5D17-F6D6-9C52-E8C1-8F8BABCFC386}"/>
              </a:ext>
            </a:extLst>
          </p:cNvPr>
          <p:cNvSpPr txBox="1">
            <a:spLocks/>
          </p:cNvSpPr>
          <p:nvPr/>
        </p:nvSpPr>
        <p:spPr>
          <a:xfrm>
            <a:off x="979080" y="386183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Initializing UART and making MPU object for later use.</a:t>
            </a:r>
          </a:p>
          <a:p>
            <a:pPr lvl="0"/>
            <a:r>
              <a:rPr lang="en-US" dirty="0"/>
              <a:t>Initializing some macros that is used to send directions.</a:t>
            </a:r>
          </a:p>
          <a:p>
            <a:pPr lvl="0"/>
            <a:r>
              <a:rPr kumimoji="0" lang="en-US" sz="1400" b="0" i="0" u="none" strike="noStrike" kern="0" cap="none" spc="0" normalizeH="0" baseline="0" noProof="0" dirty="0">
                <a:ln>
                  <a:noFill/>
                </a:ln>
                <a:solidFill>
                  <a:srgbClr val="000000"/>
                </a:solidFill>
                <a:effectLst/>
                <a:uLnTx/>
                <a:uFillTx/>
                <a:latin typeface="Arial"/>
                <a:cs typeface="Arial"/>
                <a:sym typeface="Arial"/>
              </a:rPr>
              <a:t>And some global variables to </a:t>
            </a:r>
            <a:r>
              <a:rPr lang="en-US" dirty="0"/>
              <a:t>be kept always updated.</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3" name="Picture 2" descr="A screenshot of a computer program&#10;&#10;AI-generated content may be incorrect.">
            <a:extLst>
              <a:ext uri="{FF2B5EF4-FFF2-40B4-BE49-F238E27FC236}">
                <a16:creationId xmlns:a16="http://schemas.microsoft.com/office/drawing/2014/main" id="{014D4310-47DC-46E8-9A4B-C8F95A60FBD0}"/>
              </a:ext>
            </a:extLst>
          </p:cNvPr>
          <p:cNvPicPr>
            <a:picLocks noChangeAspect="1"/>
          </p:cNvPicPr>
          <p:nvPr/>
        </p:nvPicPr>
        <p:blipFill>
          <a:blip r:embed="rId3"/>
          <a:stretch>
            <a:fillRect/>
          </a:stretch>
        </p:blipFill>
        <p:spPr>
          <a:xfrm>
            <a:off x="4983480" y="529757"/>
            <a:ext cx="3589020" cy="2833135"/>
          </a:xfrm>
          <a:prstGeom prst="rect">
            <a:avLst/>
          </a:prstGeom>
        </p:spPr>
      </p:pic>
    </p:spTree>
    <p:extLst>
      <p:ext uri="{BB962C8B-B14F-4D97-AF65-F5344CB8AC3E}">
        <p14:creationId xmlns:p14="http://schemas.microsoft.com/office/powerpoint/2010/main" val="4258923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A5E8300C-CE5B-72E7-CBAA-E5E9D6436DF9}"/>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EA03712E-B6B8-8403-818E-73DA85C5AD7A}"/>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Setup()</a:t>
            </a:r>
            <a:endParaRPr dirty="0"/>
          </a:p>
        </p:txBody>
      </p:sp>
      <p:sp>
        <p:nvSpPr>
          <p:cNvPr id="5" name="Google Shape;1749;p44">
            <a:extLst>
              <a:ext uri="{FF2B5EF4-FFF2-40B4-BE49-F238E27FC236}">
                <a16:creationId xmlns:a16="http://schemas.microsoft.com/office/drawing/2014/main" id="{438BA93F-7CB4-EABE-F393-96F8E6C5F5E0}"/>
              </a:ext>
            </a:extLst>
          </p:cNvPr>
          <p:cNvSpPr txBox="1">
            <a:spLocks/>
          </p:cNvSpPr>
          <p:nvPr/>
        </p:nvSpPr>
        <p:spPr>
          <a:xfrm>
            <a:off x="979080" y="386183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The setup is rather simple and self explanatory. Everything is just getting initialized!</a:t>
            </a:r>
          </a:p>
        </p:txBody>
      </p:sp>
      <p:pic>
        <p:nvPicPr>
          <p:cNvPr id="4" name="Picture 3" descr="A computer screen shot of a program&#10;&#10;AI-generated content may be incorrect.">
            <a:extLst>
              <a:ext uri="{FF2B5EF4-FFF2-40B4-BE49-F238E27FC236}">
                <a16:creationId xmlns:a16="http://schemas.microsoft.com/office/drawing/2014/main" id="{D39C03F4-1442-EB26-303E-E1B617272751}"/>
              </a:ext>
            </a:extLst>
          </p:cNvPr>
          <p:cNvPicPr>
            <a:picLocks noChangeAspect="1"/>
          </p:cNvPicPr>
          <p:nvPr/>
        </p:nvPicPr>
        <p:blipFill>
          <a:blip r:embed="rId3"/>
          <a:stretch>
            <a:fillRect/>
          </a:stretch>
        </p:blipFill>
        <p:spPr>
          <a:xfrm>
            <a:off x="4775790" y="315921"/>
            <a:ext cx="3803814" cy="3128319"/>
          </a:xfrm>
          <a:prstGeom prst="rect">
            <a:avLst/>
          </a:prstGeom>
        </p:spPr>
      </p:pic>
    </p:spTree>
    <p:extLst>
      <p:ext uri="{BB962C8B-B14F-4D97-AF65-F5344CB8AC3E}">
        <p14:creationId xmlns:p14="http://schemas.microsoft.com/office/powerpoint/2010/main" val="3413888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0B4D7160-6B98-4ABA-BFFB-284F1928F998}"/>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8C39F8D1-0A04-2799-998B-AD615059B7AA}"/>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Loop()</a:t>
            </a:r>
            <a:endParaRPr dirty="0"/>
          </a:p>
        </p:txBody>
      </p:sp>
      <p:sp>
        <p:nvSpPr>
          <p:cNvPr id="5" name="Google Shape;1749;p44">
            <a:extLst>
              <a:ext uri="{FF2B5EF4-FFF2-40B4-BE49-F238E27FC236}">
                <a16:creationId xmlns:a16="http://schemas.microsoft.com/office/drawing/2014/main" id="{4B316334-D80A-54F0-E8FB-C0FE1A5E0415}"/>
              </a:ext>
            </a:extLst>
          </p:cNvPr>
          <p:cNvSpPr txBox="1">
            <a:spLocks/>
          </p:cNvSpPr>
          <p:nvPr/>
        </p:nvSpPr>
        <p:spPr>
          <a:xfrm>
            <a:off x="1684020" y="463181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Speed takes flex reading. And we mapped it from 0 to 255 for a certain reason coming later.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Every loop MPU gets updated with its new values.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err="1"/>
              <a:t>cmd</a:t>
            </a:r>
            <a:r>
              <a:rPr lang="en-US" dirty="0"/>
              <a:t> is used to get the movement direction command.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before sending we check if a new </a:t>
            </a:r>
            <a:r>
              <a:rPr lang="en-US" dirty="0" err="1"/>
              <a:t>cmd</a:t>
            </a:r>
            <a:r>
              <a:rPr lang="en-US" dirty="0"/>
              <a:t> has been recorded and also if speed got a new record with some sensitivity. If so then send it. If not then it returns and execute the loop from the start</a:t>
            </a:r>
          </a:p>
        </p:txBody>
      </p:sp>
      <p:pic>
        <p:nvPicPr>
          <p:cNvPr id="3" name="Picture 2" descr="A computer screen shot of a program code&#10;&#10;AI-generated content may be incorrect.">
            <a:extLst>
              <a:ext uri="{FF2B5EF4-FFF2-40B4-BE49-F238E27FC236}">
                <a16:creationId xmlns:a16="http://schemas.microsoft.com/office/drawing/2014/main" id="{7A51A9CF-49F1-AF23-5964-73607DE3E8F1}"/>
              </a:ext>
            </a:extLst>
          </p:cNvPr>
          <p:cNvPicPr>
            <a:picLocks noChangeAspect="1"/>
          </p:cNvPicPr>
          <p:nvPr/>
        </p:nvPicPr>
        <p:blipFill>
          <a:blip r:embed="rId3"/>
          <a:stretch>
            <a:fillRect/>
          </a:stretch>
        </p:blipFill>
        <p:spPr>
          <a:xfrm>
            <a:off x="4442460" y="403274"/>
            <a:ext cx="3981540" cy="3117165"/>
          </a:xfrm>
          <a:prstGeom prst="rect">
            <a:avLst/>
          </a:prstGeom>
        </p:spPr>
      </p:pic>
    </p:spTree>
    <p:extLst>
      <p:ext uri="{BB962C8B-B14F-4D97-AF65-F5344CB8AC3E}">
        <p14:creationId xmlns:p14="http://schemas.microsoft.com/office/powerpoint/2010/main" val="4225963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DD4AC7A2-CE0A-3D88-8FEF-19E6E68A0F9F}"/>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4545FA8F-B027-CD3A-A531-695E6ED756BF}"/>
              </a:ext>
            </a:extLst>
          </p:cNvPr>
          <p:cNvSpPr txBox="1">
            <a:spLocks noGrp="1"/>
          </p:cNvSpPr>
          <p:nvPr>
            <p:ph type="title"/>
          </p:nvPr>
        </p:nvSpPr>
        <p:spPr>
          <a:xfrm>
            <a:off x="0" y="712485"/>
            <a:ext cx="464448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GetMovmentCommand</a:t>
            </a:r>
            <a:r>
              <a:rPr lang="en-US" dirty="0"/>
              <a:t>()</a:t>
            </a:r>
            <a:endParaRPr dirty="0"/>
          </a:p>
        </p:txBody>
      </p:sp>
      <p:sp>
        <p:nvSpPr>
          <p:cNvPr id="5" name="Google Shape;1749;p44">
            <a:extLst>
              <a:ext uri="{FF2B5EF4-FFF2-40B4-BE49-F238E27FC236}">
                <a16:creationId xmlns:a16="http://schemas.microsoft.com/office/drawing/2014/main" id="{44236A6F-5EE1-FF86-162F-DAD6CD5CD2DD}"/>
              </a:ext>
            </a:extLst>
          </p:cNvPr>
          <p:cNvSpPr txBox="1">
            <a:spLocks/>
          </p:cNvSpPr>
          <p:nvPr/>
        </p:nvSpPr>
        <p:spPr>
          <a:xfrm>
            <a:off x="1104900" y="439559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This function is used to process the values coming of the MPU.</a:t>
            </a:r>
            <a:r>
              <a:rPr lang="en-US" dirty="0"/>
              <a:t> Move is (forward-backward) and Direction is (right-left).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We initially set command as stop then check MPU values..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after the function deduced the outcome it returns the command to check upon the command if it changed or not. (we don’t want to send the same value continuously)</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4" name="Picture 3" descr="A computer screen shot of a program code&#10;&#10;AI-generated content may be incorrect.">
            <a:extLst>
              <a:ext uri="{FF2B5EF4-FFF2-40B4-BE49-F238E27FC236}">
                <a16:creationId xmlns:a16="http://schemas.microsoft.com/office/drawing/2014/main" id="{F8AD2AB1-06C5-C5DD-0AF0-C5674C14CFCE}"/>
              </a:ext>
            </a:extLst>
          </p:cNvPr>
          <p:cNvPicPr>
            <a:picLocks noChangeAspect="1"/>
          </p:cNvPicPr>
          <p:nvPr/>
        </p:nvPicPr>
        <p:blipFill>
          <a:blip r:embed="rId3"/>
          <a:stretch>
            <a:fillRect/>
          </a:stretch>
        </p:blipFill>
        <p:spPr>
          <a:xfrm>
            <a:off x="4511039" y="89525"/>
            <a:ext cx="4511041" cy="3359265"/>
          </a:xfrm>
          <a:prstGeom prst="rect">
            <a:avLst/>
          </a:prstGeom>
        </p:spPr>
      </p:pic>
    </p:spTree>
    <p:extLst>
      <p:ext uri="{BB962C8B-B14F-4D97-AF65-F5344CB8AC3E}">
        <p14:creationId xmlns:p14="http://schemas.microsoft.com/office/powerpoint/2010/main" val="351202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5023F40C-BACE-BA7F-CC64-C2F12BD502FD}"/>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AE66F942-722E-4B3B-BB5D-8A183BF0BF09}"/>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Car Code</a:t>
            </a:r>
            <a:endParaRPr lang="en-US" dirty="0">
              <a:solidFill>
                <a:schemeClr val="dk1"/>
              </a:solidFill>
            </a:endParaRPr>
          </a:p>
        </p:txBody>
      </p:sp>
      <p:grpSp>
        <p:nvGrpSpPr>
          <p:cNvPr id="1432" name="Google Shape;1432;p35">
            <a:extLst>
              <a:ext uri="{FF2B5EF4-FFF2-40B4-BE49-F238E27FC236}">
                <a16:creationId xmlns:a16="http://schemas.microsoft.com/office/drawing/2014/main" id="{76D5D949-C2CC-FB63-C260-8452804424CD}"/>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D6B64B9D-DF56-5E02-9B3E-A7C6B0C9403E}"/>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71FFEF33-B4EC-D65A-9431-97D784267D67}"/>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F02F9607-F9AF-9E53-852F-6484B318844F}"/>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35">
                <a:extLst>
                  <a:ext uri="{FF2B5EF4-FFF2-40B4-BE49-F238E27FC236}">
                    <a16:creationId xmlns:a16="http://schemas.microsoft.com/office/drawing/2014/main" id="{F54486B2-0AAA-3E59-D9BB-5A2BC74A8B2B}"/>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37" name="Google Shape;1437;p35">
            <a:extLst>
              <a:ext uri="{FF2B5EF4-FFF2-40B4-BE49-F238E27FC236}">
                <a16:creationId xmlns:a16="http://schemas.microsoft.com/office/drawing/2014/main" id="{98663775-A0D5-4B92-65BF-9BF4DD49043F}"/>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A7012319-4367-1DE9-9547-CB2358B0E2EA}"/>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39" name="Google Shape;1439;p35">
              <a:extLst>
                <a:ext uri="{FF2B5EF4-FFF2-40B4-BE49-F238E27FC236}">
                  <a16:creationId xmlns:a16="http://schemas.microsoft.com/office/drawing/2014/main" id="{DEA74DC4-1367-DFF2-6ED5-6168776EAEE4}"/>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FC9A8B63-9F53-22BA-8B4D-8383F30446F8}"/>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1" name="Google Shape;1441;p35">
            <a:extLst>
              <a:ext uri="{FF2B5EF4-FFF2-40B4-BE49-F238E27FC236}">
                <a16:creationId xmlns:a16="http://schemas.microsoft.com/office/drawing/2014/main" id="{1CEE8E84-E7B4-B6C3-3B0E-2A25CEEBFB90}"/>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1263912A-737B-8B97-B82A-01F5A23FCB99}"/>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43" name="Google Shape;1443;p35">
              <a:extLst>
                <a:ext uri="{FF2B5EF4-FFF2-40B4-BE49-F238E27FC236}">
                  <a16:creationId xmlns:a16="http://schemas.microsoft.com/office/drawing/2014/main" id="{735DD188-341E-19BE-8F94-32A59D072ABD}"/>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D89718D4-1307-FFDB-4391-E047F9288936}"/>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35">
                <a:extLst>
                  <a:ext uri="{FF2B5EF4-FFF2-40B4-BE49-F238E27FC236}">
                    <a16:creationId xmlns:a16="http://schemas.microsoft.com/office/drawing/2014/main" id="{05A55031-2E71-D016-8237-8E4277B24319}"/>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6" name="Google Shape;1446;p35">
              <a:extLst>
                <a:ext uri="{FF2B5EF4-FFF2-40B4-BE49-F238E27FC236}">
                  <a16:creationId xmlns:a16="http://schemas.microsoft.com/office/drawing/2014/main" id="{11D112F6-2E78-6301-5D60-4844A1096C24}"/>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169DA61C-3DD5-05CD-31A2-659B5284173C}"/>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35">
                <a:extLst>
                  <a:ext uri="{FF2B5EF4-FFF2-40B4-BE49-F238E27FC236}">
                    <a16:creationId xmlns:a16="http://schemas.microsoft.com/office/drawing/2014/main" id="{60CB9841-470C-B68A-3903-4894A282EB45}"/>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9" name="Google Shape;1449;p35">
              <a:extLst>
                <a:ext uri="{FF2B5EF4-FFF2-40B4-BE49-F238E27FC236}">
                  <a16:creationId xmlns:a16="http://schemas.microsoft.com/office/drawing/2014/main" id="{10CD63D8-D77C-B616-1134-E4B4EDBF4588}"/>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90DDEFDC-F867-BC1B-4104-B0295FD7E80B}"/>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35">
                <a:extLst>
                  <a:ext uri="{FF2B5EF4-FFF2-40B4-BE49-F238E27FC236}">
                    <a16:creationId xmlns:a16="http://schemas.microsoft.com/office/drawing/2014/main" id="{F78769B4-195D-4141-AB58-2E839CD63FCE}"/>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52" name="Google Shape;1452;p35">
              <a:extLst>
                <a:ext uri="{FF2B5EF4-FFF2-40B4-BE49-F238E27FC236}">
                  <a16:creationId xmlns:a16="http://schemas.microsoft.com/office/drawing/2014/main" id="{B278E0F2-44D1-E51E-D6B0-D803035A3A32}"/>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761019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952033E5-5778-DB5B-27FC-273C36933AA3}"/>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1735C743-2627-DC7B-2571-C0AD75B40B5C}"/>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L</a:t>
            </a:r>
            <a:r>
              <a:rPr lang="en" dirty="0"/>
              <a:t>ibraries, macros,</a:t>
            </a:r>
            <a:br>
              <a:rPr lang="en" dirty="0"/>
            </a:br>
            <a:r>
              <a:rPr lang="en" dirty="0"/>
              <a:t>variables</a:t>
            </a:r>
            <a:endParaRPr dirty="0"/>
          </a:p>
        </p:txBody>
      </p:sp>
      <p:sp>
        <p:nvSpPr>
          <p:cNvPr id="5" name="Google Shape;1749;p44">
            <a:extLst>
              <a:ext uri="{FF2B5EF4-FFF2-40B4-BE49-F238E27FC236}">
                <a16:creationId xmlns:a16="http://schemas.microsoft.com/office/drawing/2014/main" id="{94D41E13-1164-173D-49E0-4209F3E444AA}"/>
              </a:ext>
            </a:extLst>
          </p:cNvPr>
          <p:cNvSpPr txBox="1">
            <a:spLocks/>
          </p:cNvSpPr>
          <p:nvPr/>
        </p:nvSpPr>
        <p:spPr>
          <a:xfrm>
            <a:off x="1104900" y="439559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Same stuff as the Glove code here but slightly different… the Receiver is controlling motor direction and speed too! So we made more macros!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f</a:t>
            </a:r>
            <a:r>
              <a:rPr kumimoji="0" lang="en-US" sz="1400" b="0" i="0" u="none" strike="noStrike" kern="0" cap="none" spc="0" normalizeH="0" baseline="0" noProof="0" dirty="0" err="1">
                <a:ln>
                  <a:noFill/>
                </a:ln>
                <a:solidFill>
                  <a:srgbClr val="000000"/>
                </a:solidFill>
                <a:effectLst/>
                <a:uLnTx/>
                <a:uFillTx/>
                <a:latin typeface="Arial"/>
                <a:cs typeface="Arial"/>
                <a:sym typeface="Arial"/>
              </a:rPr>
              <a:t>lex_speed</a:t>
            </a:r>
            <a:r>
              <a:rPr kumimoji="0" lang="en-US" sz="1400" b="0" i="0" u="none" strike="noStrike" kern="0" cap="none" spc="0" normalizeH="0" baseline="0" noProof="0" dirty="0">
                <a:ln>
                  <a:noFill/>
                </a:ln>
                <a:solidFill>
                  <a:srgbClr val="000000"/>
                </a:solidFill>
                <a:effectLst/>
                <a:uLnTx/>
                <a:uFillTx/>
                <a:latin typeface="Arial"/>
                <a:cs typeface="Arial"/>
                <a:sym typeface="Arial"/>
              </a:rPr>
              <a:t> is for the sent flex value.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a:t>
            </a:r>
            <a:r>
              <a:rPr kumimoji="0" lang="en-US" sz="1400" b="0" i="0" u="none" strike="noStrike" kern="0" cap="none" spc="0" normalizeH="0" baseline="0" noProof="0" dirty="0" err="1">
                <a:ln>
                  <a:noFill/>
                </a:ln>
                <a:solidFill>
                  <a:srgbClr val="000000"/>
                </a:solidFill>
                <a:effectLst/>
                <a:uLnTx/>
                <a:uFillTx/>
                <a:latin typeface="Arial"/>
                <a:cs typeface="Arial"/>
                <a:sym typeface="Arial"/>
              </a:rPr>
              <a:t>ommand</a:t>
            </a:r>
            <a:r>
              <a:rPr kumimoji="0" lang="en-US" sz="1400" b="0" i="0" u="none" strike="noStrike" kern="0" cap="none" spc="0" normalizeH="0" baseline="0" noProof="0" dirty="0">
                <a:ln>
                  <a:noFill/>
                </a:ln>
                <a:solidFill>
                  <a:srgbClr val="000000"/>
                </a:solidFill>
                <a:effectLst/>
                <a:uLnTx/>
                <a:uFillTx/>
                <a:latin typeface="Arial"/>
                <a:cs typeface="Arial"/>
                <a:sym typeface="Arial"/>
              </a:rPr>
              <a:t> is for the direction command.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value is where either the flex value or the command is stored in first.</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7" name="Picture 6" descr="A screenshot of a computer program&#10;&#10;AI-generated content may be incorrect.">
            <a:extLst>
              <a:ext uri="{FF2B5EF4-FFF2-40B4-BE49-F238E27FC236}">
                <a16:creationId xmlns:a16="http://schemas.microsoft.com/office/drawing/2014/main" id="{B340CE59-2C22-8204-4E75-E91FC7BD10C3}"/>
              </a:ext>
            </a:extLst>
          </p:cNvPr>
          <p:cNvPicPr>
            <a:picLocks noChangeAspect="1"/>
          </p:cNvPicPr>
          <p:nvPr/>
        </p:nvPicPr>
        <p:blipFill>
          <a:blip r:embed="rId3"/>
          <a:stretch>
            <a:fillRect/>
          </a:stretch>
        </p:blipFill>
        <p:spPr>
          <a:xfrm>
            <a:off x="4366260" y="345605"/>
            <a:ext cx="4262981" cy="2847175"/>
          </a:xfrm>
          <a:prstGeom prst="rect">
            <a:avLst/>
          </a:prstGeom>
        </p:spPr>
      </p:pic>
    </p:spTree>
    <p:extLst>
      <p:ext uri="{BB962C8B-B14F-4D97-AF65-F5344CB8AC3E}">
        <p14:creationId xmlns:p14="http://schemas.microsoft.com/office/powerpoint/2010/main" val="3442935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256DD6D8-8905-B34E-3F29-23876591FE14}"/>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B3584447-6C5F-34C9-9B00-0DDF31951C14}"/>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Setup()</a:t>
            </a:r>
            <a:endParaRPr dirty="0"/>
          </a:p>
        </p:txBody>
      </p:sp>
      <p:sp>
        <p:nvSpPr>
          <p:cNvPr id="5" name="Google Shape;1749;p44">
            <a:extLst>
              <a:ext uri="{FF2B5EF4-FFF2-40B4-BE49-F238E27FC236}">
                <a16:creationId xmlns:a16="http://schemas.microsoft.com/office/drawing/2014/main" id="{C49571E5-8481-91C5-9038-8B9DBC35F458}"/>
              </a:ext>
            </a:extLst>
          </p:cNvPr>
          <p:cNvSpPr txBox="1">
            <a:spLocks/>
          </p:cNvSpPr>
          <p:nvPr/>
        </p:nvSpPr>
        <p:spPr>
          <a:xfrm>
            <a:off x="970016" y="347357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Not much needed to be explained in the setup function… there are just some initializations.</a:t>
            </a:r>
          </a:p>
        </p:txBody>
      </p:sp>
      <p:pic>
        <p:nvPicPr>
          <p:cNvPr id="3" name="Picture 2" descr="A screen shot of a computer program&#10;&#10;AI-generated content may be incorrect.">
            <a:extLst>
              <a:ext uri="{FF2B5EF4-FFF2-40B4-BE49-F238E27FC236}">
                <a16:creationId xmlns:a16="http://schemas.microsoft.com/office/drawing/2014/main" id="{B7BFD91C-CCC2-F92D-A669-5FF541EB6EA3}"/>
              </a:ext>
            </a:extLst>
          </p:cNvPr>
          <p:cNvPicPr>
            <a:picLocks noChangeAspect="1"/>
          </p:cNvPicPr>
          <p:nvPr/>
        </p:nvPicPr>
        <p:blipFill>
          <a:blip r:embed="rId3"/>
          <a:stretch>
            <a:fillRect/>
          </a:stretch>
        </p:blipFill>
        <p:spPr>
          <a:xfrm>
            <a:off x="4204800" y="444549"/>
            <a:ext cx="4358636" cy="2618692"/>
          </a:xfrm>
          <a:prstGeom prst="rect">
            <a:avLst/>
          </a:prstGeom>
        </p:spPr>
      </p:pic>
    </p:spTree>
    <p:extLst>
      <p:ext uri="{BB962C8B-B14F-4D97-AF65-F5344CB8AC3E}">
        <p14:creationId xmlns:p14="http://schemas.microsoft.com/office/powerpoint/2010/main" val="239957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C8E05624-8CFB-7B45-A1C5-C5ECCF9F1A38}"/>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F0A04E19-7C0A-55EF-32DE-FA8CB4F815CA}"/>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Loop()</a:t>
            </a:r>
            <a:endParaRPr dirty="0"/>
          </a:p>
        </p:txBody>
      </p:sp>
      <p:sp>
        <p:nvSpPr>
          <p:cNvPr id="5" name="Google Shape;1749;p44">
            <a:extLst>
              <a:ext uri="{FF2B5EF4-FFF2-40B4-BE49-F238E27FC236}">
                <a16:creationId xmlns:a16="http://schemas.microsoft.com/office/drawing/2014/main" id="{FEFB400B-85FC-E758-912F-1F0780769E8A}"/>
              </a:ext>
            </a:extLst>
          </p:cNvPr>
          <p:cNvSpPr txBox="1">
            <a:spLocks/>
          </p:cNvSpPr>
          <p:nvPr/>
        </p:nvSpPr>
        <p:spPr>
          <a:xfrm>
            <a:off x="1550580" y="447821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Firstly.. Value takes whatever sent to it.. We check if the value is larger than 6, then it is a flex sensor value.. If not then the other </a:t>
            </a:r>
            <a:r>
              <a:rPr lang="en-US" dirty="0" err="1"/>
              <a:t>condtion</a:t>
            </a:r>
            <a:r>
              <a:rPr lang="en-US" dirty="0"/>
              <a:t> is true and it’s a command! (command macros are from 0-6)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After storing the command we check the command in a switch statement.. And execute the corresponding command.</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4" name="Picture 3" descr="A screen shot of a computer program&#10;&#10;AI-generated content may be incorrect.">
            <a:extLst>
              <a:ext uri="{FF2B5EF4-FFF2-40B4-BE49-F238E27FC236}">
                <a16:creationId xmlns:a16="http://schemas.microsoft.com/office/drawing/2014/main" id="{AD273B48-6FF1-8A0C-749D-7768D4203322}"/>
              </a:ext>
            </a:extLst>
          </p:cNvPr>
          <p:cNvPicPr>
            <a:picLocks noChangeAspect="1"/>
          </p:cNvPicPr>
          <p:nvPr/>
        </p:nvPicPr>
        <p:blipFill>
          <a:blip r:embed="rId3"/>
          <a:stretch>
            <a:fillRect/>
          </a:stretch>
        </p:blipFill>
        <p:spPr>
          <a:xfrm>
            <a:off x="4465320" y="140762"/>
            <a:ext cx="4019005" cy="3332813"/>
          </a:xfrm>
          <a:prstGeom prst="rect">
            <a:avLst/>
          </a:prstGeom>
        </p:spPr>
      </p:pic>
    </p:spTree>
    <p:extLst>
      <p:ext uri="{BB962C8B-B14F-4D97-AF65-F5344CB8AC3E}">
        <p14:creationId xmlns:p14="http://schemas.microsoft.com/office/powerpoint/2010/main" val="2626453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ECAD1157-B78A-9FED-385D-7494DFA390CD}"/>
            </a:ext>
          </a:extLst>
        </p:cNvPr>
        <p:cNvGrpSpPr/>
        <p:nvPr/>
      </p:nvGrpSpPr>
      <p:grpSpPr>
        <a:xfrm>
          <a:off x="0" y="0"/>
          <a:ext cx="0" cy="0"/>
          <a:chOff x="0" y="0"/>
          <a:chExt cx="0" cy="0"/>
        </a:xfrm>
      </p:grpSpPr>
      <p:sp>
        <p:nvSpPr>
          <p:cNvPr id="2396" name="Google Shape;2396;p63">
            <a:extLst>
              <a:ext uri="{FF2B5EF4-FFF2-40B4-BE49-F238E27FC236}">
                <a16:creationId xmlns:a16="http://schemas.microsoft.com/office/drawing/2014/main" id="{9B2DA937-37D6-5798-DC18-23DC6ACD0294}"/>
              </a:ext>
            </a:extLst>
          </p:cNvPr>
          <p:cNvSpPr txBox="1">
            <a:spLocks noGrp="1"/>
          </p:cNvSpPr>
          <p:nvPr>
            <p:ph type="title"/>
          </p:nvPr>
        </p:nvSpPr>
        <p:spPr>
          <a:xfrm>
            <a:off x="0" y="834125"/>
            <a:ext cx="2799000" cy="7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Movement</a:t>
            </a:r>
            <a:br>
              <a:rPr lang="en-US" dirty="0"/>
            </a:br>
            <a:r>
              <a:rPr lang="en-US" dirty="0"/>
              <a:t>functions</a:t>
            </a:r>
            <a:endParaRPr dirty="0"/>
          </a:p>
        </p:txBody>
      </p:sp>
      <p:sp>
        <p:nvSpPr>
          <p:cNvPr id="5" name="Google Shape;1749;p44">
            <a:extLst>
              <a:ext uri="{FF2B5EF4-FFF2-40B4-BE49-F238E27FC236}">
                <a16:creationId xmlns:a16="http://schemas.microsoft.com/office/drawing/2014/main" id="{B3D3F81D-B099-A928-726C-410BEBD43098}"/>
              </a:ext>
            </a:extLst>
          </p:cNvPr>
          <p:cNvSpPr txBox="1">
            <a:spLocks/>
          </p:cNvSpPr>
          <p:nvPr/>
        </p:nvSpPr>
        <p:spPr>
          <a:xfrm>
            <a:off x="1550580" y="3609535"/>
            <a:ext cx="7593420" cy="4023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These are the functions that controls the direction and speed of the car motors.</a:t>
            </a:r>
          </a:p>
        </p:txBody>
      </p:sp>
      <p:pic>
        <p:nvPicPr>
          <p:cNvPr id="3" name="Picture 2" descr="A screenshot of a computer program&#10;&#10;AI-generated content may be incorrect.">
            <a:extLst>
              <a:ext uri="{FF2B5EF4-FFF2-40B4-BE49-F238E27FC236}">
                <a16:creationId xmlns:a16="http://schemas.microsoft.com/office/drawing/2014/main" id="{18ED8AEE-7B3E-C00E-E21F-443CBBD7E52F}"/>
              </a:ext>
            </a:extLst>
          </p:cNvPr>
          <p:cNvPicPr>
            <a:picLocks noChangeAspect="1"/>
          </p:cNvPicPr>
          <p:nvPr/>
        </p:nvPicPr>
        <p:blipFill>
          <a:blip r:embed="rId3"/>
          <a:stretch>
            <a:fillRect/>
          </a:stretch>
        </p:blipFill>
        <p:spPr>
          <a:xfrm>
            <a:off x="5347290" y="163810"/>
            <a:ext cx="3515216" cy="3092235"/>
          </a:xfrm>
          <a:prstGeom prst="rect">
            <a:avLst/>
          </a:prstGeom>
        </p:spPr>
      </p:pic>
      <p:pic>
        <p:nvPicPr>
          <p:cNvPr id="7" name="Picture 6" descr="A screen shot of a computer screen&#10;&#10;AI-generated content may be incorrect.">
            <a:extLst>
              <a:ext uri="{FF2B5EF4-FFF2-40B4-BE49-F238E27FC236}">
                <a16:creationId xmlns:a16="http://schemas.microsoft.com/office/drawing/2014/main" id="{3C45E9C4-2D48-E5A3-8B56-5B1F956D5370}"/>
              </a:ext>
            </a:extLst>
          </p:cNvPr>
          <p:cNvPicPr>
            <a:picLocks noChangeAspect="1"/>
          </p:cNvPicPr>
          <p:nvPr/>
        </p:nvPicPr>
        <p:blipFill>
          <a:blip r:embed="rId4"/>
          <a:stretch>
            <a:fillRect/>
          </a:stretch>
        </p:blipFill>
        <p:spPr>
          <a:xfrm>
            <a:off x="2179320" y="163810"/>
            <a:ext cx="3101886" cy="3092235"/>
          </a:xfrm>
          <a:prstGeom prst="rect">
            <a:avLst/>
          </a:prstGeom>
        </p:spPr>
      </p:pic>
    </p:spTree>
    <p:extLst>
      <p:ext uri="{BB962C8B-B14F-4D97-AF65-F5344CB8AC3E}">
        <p14:creationId xmlns:p14="http://schemas.microsoft.com/office/powerpoint/2010/main" val="896339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62D09069-3E4B-9580-89CD-E17B1E2A97D1}"/>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A96ECD60-911F-01D5-52CC-AD3004429FDD}"/>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Git Hub</a:t>
            </a:r>
            <a:endParaRPr lang="en-US" dirty="0">
              <a:solidFill>
                <a:schemeClr val="dk1"/>
              </a:solidFill>
            </a:endParaRPr>
          </a:p>
        </p:txBody>
      </p:sp>
      <p:grpSp>
        <p:nvGrpSpPr>
          <p:cNvPr id="1432" name="Google Shape;1432;p35">
            <a:extLst>
              <a:ext uri="{FF2B5EF4-FFF2-40B4-BE49-F238E27FC236}">
                <a16:creationId xmlns:a16="http://schemas.microsoft.com/office/drawing/2014/main" id="{9B67223F-C663-366B-5848-5D12BF75618A}"/>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8AE48157-9B87-F8CC-7B17-ED5AFA9993E3}"/>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3F123F49-4C8F-9756-E807-29847C3A2E72}"/>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F14627AE-499F-5A8B-BAC2-193408675B25}"/>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a:extLst>
                  <a:ext uri="{FF2B5EF4-FFF2-40B4-BE49-F238E27FC236}">
                    <a16:creationId xmlns:a16="http://schemas.microsoft.com/office/drawing/2014/main" id="{F0DBEF7A-C531-DF32-C557-6751AED95928}"/>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a:extLst>
              <a:ext uri="{FF2B5EF4-FFF2-40B4-BE49-F238E27FC236}">
                <a16:creationId xmlns:a16="http://schemas.microsoft.com/office/drawing/2014/main" id="{B0E1C172-08A7-A52A-462C-22CD6FB038F3}"/>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040C480C-6E49-6068-E98F-8E7997ED50B5}"/>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a:extLst>
                <a:ext uri="{FF2B5EF4-FFF2-40B4-BE49-F238E27FC236}">
                  <a16:creationId xmlns:a16="http://schemas.microsoft.com/office/drawing/2014/main" id="{43B0AEE4-132E-18B8-C2AB-7B3A0340F60B}"/>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99BD0993-11DE-F9C0-7AF4-518C3A1F8F97}"/>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a:extLst>
              <a:ext uri="{FF2B5EF4-FFF2-40B4-BE49-F238E27FC236}">
                <a16:creationId xmlns:a16="http://schemas.microsoft.com/office/drawing/2014/main" id="{A453BA3C-46B6-D9EE-3DB4-5DB7F26A03BE}"/>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1993EAE7-4917-6FD6-09A8-2094568A4BCF}"/>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a:extLst>
                <a:ext uri="{FF2B5EF4-FFF2-40B4-BE49-F238E27FC236}">
                  <a16:creationId xmlns:a16="http://schemas.microsoft.com/office/drawing/2014/main" id="{629BF052-6251-ABA4-B97A-54BB15792BE9}"/>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0FBEC51A-E6CE-BF1E-563F-EB29F4B0BDD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a:extLst>
                  <a:ext uri="{FF2B5EF4-FFF2-40B4-BE49-F238E27FC236}">
                    <a16:creationId xmlns:a16="http://schemas.microsoft.com/office/drawing/2014/main" id="{872AE607-B7EF-231A-DA70-F3700E4076D9}"/>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a:extLst>
                <a:ext uri="{FF2B5EF4-FFF2-40B4-BE49-F238E27FC236}">
                  <a16:creationId xmlns:a16="http://schemas.microsoft.com/office/drawing/2014/main" id="{995BFF60-CA41-8214-261D-9ADD1B56F99B}"/>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E49F73FC-AE2A-51FC-4540-191D9FEDA3AF}"/>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a:extLst>
                  <a:ext uri="{FF2B5EF4-FFF2-40B4-BE49-F238E27FC236}">
                    <a16:creationId xmlns:a16="http://schemas.microsoft.com/office/drawing/2014/main" id="{6F46E5C4-3262-4880-BFD0-B03C4F4B470A}"/>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a:extLst>
                <a:ext uri="{FF2B5EF4-FFF2-40B4-BE49-F238E27FC236}">
                  <a16:creationId xmlns:a16="http://schemas.microsoft.com/office/drawing/2014/main" id="{4BD53469-F696-BDF2-5D22-48F0DAA9A828}"/>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CCE45BDE-22AF-928A-3320-A742C7AAD12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a:extLst>
                  <a:ext uri="{FF2B5EF4-FFF2-40B4-BE49-F238E27FC236}">
                    <a16:creationId xmlns:a16="http://schemas.microsoft.com/office/drawing/2014/main" id="{E63AA96E-E59C-7364-1CA8-BFCB37EA40ED}"/>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a:extLst>
                <a:ext uri="{FF2B5EF4-FFF2-40B4-BE49-F238E27FC236}">
                  <a16:creationId xmlns:a16="http://schemas.microsoft.com/office/drawing/2014/main" id="{F93650FA-6B30-AD1F-6C72-D584B2477323}"/>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56507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FA0CD46-FACF-D1D8-DC92-90E69CD1B627}"/>
              </a:ext>
            </a:extLst>
          </p:cNvPr>
          <p:cNvSpPr>
            <a:spLocks noGrp="1"/>
          </p:cNvSpPr>
          <p:nvPr>
            <p:ph type="subTitle" idx="1"/>
          </p:nvPr>
        </p:nvSpPr>
        <p:spPr>
          <a:xfrm>
            <a:off x="0" y="450642"/>
            <a:ext cx="3417758" cy="4279692"/>
          </a:xfrm>
        </p:spPr>
        <p:txBody>
          <a:bodyPr/>
          <a:lstStyle/>
          <a:p>
            <a:pPr>
              <a:lnSpc>
                <a:spcPct val="150000"/>
              </a:lnSpc>
            </a:pPr>
            <a:r>
              <a:rPr lang="en-US" dirty="0"/>
              <a:t>	First of all, we had to create a new repository so that we can put our files and work in , so we got into the GitHub.com site , and had the following page loaded up where we got to put our project name (Repository name), the description of the project, and chose its visibility to be public so that everyone would have the access to the repository</a:t>
            </a:r>
          </a:p>
        </p:txBody>
      </p:sp>
      <p:pic>
        <p:nvPicPr>
          <p:cNvPr id="8" name="Picture 7" descr="A screenshot of a computer&#10;&#10;AI-generated content may be incorrect.">
            <a:extLst>
              <a:ext uri="{FF2B5EF4-FFF2-40B4-BE49-F238E27FC236}">
                <a16:creationId xmlns:a16="http://schemas.microsoft.com/office/drawing/2014/main" id="{20D7531F-ADE3-E281-2479-04176BC1DF28}"/>
              </a:ext>
            </a:extLst>
          </p:cNvPr>
          <p:cNvPicPr>
            <a:picLocks noChangeAspect="1"/>
          </p:cNvPicPr>
          <p:nvPr/>
        </p:nvPicPr>
        <p:blipFill>
          <a:blip r:embed="rId2"/>
          <a:srcRect l="23279" r="24590"/>
          <a:stretch>
            <a:fillRect/>
          </a:stretch>
        </p:blipFill>
        <p:spPr>
          <a:xfrm>
            <a:off x="4032352" y="450642"/>
            <a:ext cx="4766873" cy="4421981"/>
          </a:xfrm>
          <a:prstGeom prst="rect">
            <a:avLst/>
          </a:prstGeom>
        </p:spPr>
      </p:pic>
    </p:spTree>
    <p:extLst>
      <p:ext uri="{BB962C8B-B14F-4D97-AF65-F5344CB8AC3E}">
        <p14:creationId xmlns:p14="http://schemas.microsoft.com/office/powerpoint/2010/main" val="3721724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9BE49-077C-A076-191F-8194B83F068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3C712A1-724F-D8AB-CF71-7EE85BE1116D}"/>
              </a:ext>
            </a:extLst>
          </p:cNvPr>
          <p:cNvSpPr>
            <a:spLocks noGrp="1"/>
          </p:cNvSpPr>
          <p:nvPr>
            <p:ph type="subTitle" idx="1"/>
          </p:nvPr>
        </p:nvSpPr>
        <p:spPr>
          <a:xfrm>
            <a:off x="-52467" y="235908"/>
            <a:ext cx="5756223" cy="808532"/>
          </a:xfrm>
        </p:spPr>
        <p:txBody>
          <a:bodyPr/>
          <a:lstStyle/>
          <a:p>
            <a:pPr>
              <a:lnSpc>
                <a:spcPct val="150000"/>
              </a:lnSpc>
            </a:pPr>
            <a:r>
              <a:rPr lang="en-US" dirty="0"/>
              <a:t>	Then we had to upload our files to the repository so we dragged them after we finished them and uploaded them here.</a:t>
            </a:r>
          </a:p>
        </p:txBody>
      </p:sp>
      <p:pic>
        <p:nvPicPr>
          <p:cNvPr id="4" name="Picture 3" descr="A screenshot of a computer&#10;&#10;AI-generated content may be incorrect.">
            <a:extLst>
              <a:ext uri="{FF2B5EF4-FFF2-40B4-BE49-F238E27FC236}">
                <a16:creationId xmlns:a16="http://schemas.microsoft.com/office/drawing/2014/main" id="{2D77E495-E810-31C0-9910-CC385FC2DCCA}"/>
              </a:ext>
            </a:extLst>
          </p:cNvPr>
          <p:cNvPicPr>
            <a:picLocks noChangeAspect="1"/>
          </p:cNvPicPr>
          <p:nvPr/>
        </p:nvPicPr>
        <p:blipFill>
          <a:blip r:embed="rId2"/>
          <a:stretch>
            <a:fillRect/>
          </a:stretch>
        </p:blipFill>
        <p:spPr>
          <a:xfrm>
            <a:off x="1528996" y="1111896"/>
            <a:ext cx="7374392" cy="3595016"/>
          </a:xfrm>
          <a:prstGeom prst="rect">
            <a:avLst/>
          </a:prstGeom>
        </p:spPr>
      </p:pic>
    </p:spTree>
    <p:extLst>
      <p:ext uri="{BB962C8B-B14F-4D97-AF65-F5344CB8AC3E}">
        <p14:creationId xmlns:p14="http://schemas.microsoft.com/office/powerpoint/2010/main" val="2931898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3310F-2571-AC47-C226-4876415D78E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B36484B-CDEC-51C4-F6B8-455161DB8844}"/>
              </a:ext>
            </a:extLst>
          </p:cNvPr>
          <p:cNvSpPr>
            <a:spLocks noGrp="1"/>
          </p:cNvSpPr>
          <p:nvPr>
            <p:ph type="subTitle" idx="1"/>
          </p:nvPr>
        </p:nvSpPr>
        <p:spPr>
          <a:xfrm>
            <a:off x="-52467" y="235908"/>
            <a:ext cx="5756223" cy="808532"/>
          </a:xfrm>
        </p:spPr>
        <p:txBody>
          <a:bodyPr/>
          <a:lstStyle/>
          <a:p>
            <a:pPr>
              <a:lnSpc>
                <a:spcPct val="150000"/>
              </a:lnSpc>
            </a:pPr>
            <a:r>
              <a:rPr lang="en-US" dirty="0"/>
              <a:t>	and last but not least this was our repository after uploading our files.</a:t>
            </a:r>
          </a:p>
        </p:txBody>
      </p:sp>
      <p:pic>
        <p:nvPicPr>
          <p:cNvPr id="5" name="Picture 4" descr="A screenshot of a computer&#10;&#10;AI-generated content may be incorrect.">
            <a:extLst>
              <a:ext uri="{FF2B5EF4-FFF2-40B4-BE49-F238E27FC236}">
                <a16:creationId xmlns:a16="http://schemas.microsoft.com/office/drawing/2014/main" id="{A8128CD3-6131-0887-CA41-8B386AF8228A}"/>
              </a:ext>
            </a:extLst>
          </p:cNvPr>
          <p:cNvPicPr>
            <a:picLocks noChangeAspect="1"/>
          </p:cNvPicPr>
          <p:nvPr/>
        </p:nvPicPr>
        <p:blipFill>
          <a:blip r:embed="rId2"/>
          <a:stretch>
            <a:fillRect/>
          </a:stretch>
        </p:blipFill>
        <p:spPr>
          <a:xfrm>
            <a:off x="727022" y="1135194"/>
            <a:ext cx="7517567" cy="3647195"/>
          </a:xfrm>
          <a:prstGeom prst="rect">
            <a:avLst/>
          </a:prstGeom>
        </p:spPr>
      </p:pic>
    </p:spTree>
    <p:extLst>
      <p:ext uri="{BB962C8B-B14F-4D97-AF65-F5344CB8AC3E}">
        <p14:creationId xmlns:p14="http://schemas.microsoft.com/office/powerpoint/2010/main" val="2641828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ADCE10BD-AD4A-BA07-DE73-32A7A2C3A92E}"/>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876F05D0-DAD7-CAF1-C608-D8BDF8526AE1}"/>
              </a:ext>
            </a:extLst>
          </p:cNvPr>
          <p:cNvSpPr txBox="1">
            <a:spLocks noGrp="1"/>
          </p:cNvSpPr>
          <p:nvPr>
            <p:ph type="ctrTitle"/>
          </p:nvPr>
        </p:nvSpPr>
        <p:spPr>
          <a:xfrm>
            <a:off x="1176802" y="425410"/>
            <a:ext cx="6974700" cy="84483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err="1"/>
              <a:t>Github</a:t>
            </a:r>
            <a:r>
              <a:rPr lang="en-US" dirty="0"/>
              <a:t> link</a:t>
            </a:r>
            <a:endParaRPr lang="en-US" dirty="0">
              <a:solidFill>
                <a:schemeClr val="dk1"/>
              </a:solidFill>
            </a:endParaRPr>
          </a:p>
        </p:txBody>
      </p:sp>
      <p:grpSp>
        <p:nvGrpSpPr>
          <p:cNvPr id="1432" name="Google Shape;1432;p35">
            <a:extLst>
              <a:ext uri="{FF2B5EF4-FFF2-40B4-BE49-F238E27FC236}">
                <a16:creationId xmlns:a16="http://schemas.microsoft.com/office/drawing/2014/main" id="{6CE619CA-EF49-7017-BE7A-5BAEFC18071C}"/>
              </a:ext>
            </a:extLst>
          </p:cNvPr>
          <p:cNvGrpSpPr/>
          <p:nvPr/>
        </p:nvGrpSpPr>
        <p:grpSpPr>
          <a:xfrm>
            <a:off x="2603658" y="4568691"/>
            <a:ext cx="3936683" cy="134070"/>
            <a:chOff x="1096850" y="3242811"/>
            <a:chExt cx="3936683" cy="134070"/>
          </a:xfrm>
        </p:grpSpPr>
        <p:cxnSp>
          <p:nvCxnSpPr>
            <p:cNvPr id="1433" name="Google Shape;1433;p35">
              <a:extLst>
                <a:ext uri="{FF2B5EF4-FFF2-40B4-BE49-F238E27FC236}">
                  <a16:creationId xmlns:a16="http://schemas.microsoft.com/office/drawing/2014/main" id="{89CD3487-AE07-221A-84AE-F4D17D217B48}"/>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F8420764-92A0-FC25-2AF6-F118DDBD6AAC}"/>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4EF685B5-5B71-86EB-7172-FD112572AD49}"/>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35">
                <a:extLst>
                  <a:ext uri="{FF2B5EF4-FFF2-40B4-BE49-F238E27FC236}">
                    <a16:creationId xmlns:a16="http://schemas.microsoft.com/office/drawing/2014/main" id="{1F55920F-A57F-DBEE-E757-FB7E5152AF49}"/>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37" name="Google Shape;1437;p35">
            <a:extLst>
              <a:ext uri="{FF2B5EF4-FFF2-40B4-BE49-F238E27FC236}">
                <a16:creationId xmlns:a16="http://schemas.microsoft.com/office/drawing/2014/main" id="{2E53A6D2-581B-0164-2A16-7B4A45BC1F0B}"/>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16325C85-8178-4452-EC4A-9477579A3CF5}"/>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39" name="Google Shape;1439;p35">
              <a:extLst>
                <a:ext uri="{FF2B5EF4-FFF2-40B4-BE49-F238E27FC236}">
                  <a16:creationId xmlns:a16="http://schemas.microsoft.com/office/drawing/2014/main" id="{CBCF05E4-69C2-4E6A-6E9E-068F615D3A89}"/>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47B67F8D-0B54-37B8-CC3A-81F4DB9630BF}"/>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1" name="Google Shape;1441;p35">
            <a:extLst>
              <a:ext uri="{FF2B5EF4-FFF2-40B4-BE49-F238E27FC236}">
                <a16:creationId xmlns:a16="http://schemas.microsoft.com/office/drawing/2014/main" id="{6B06E2DA-99B6-8AB4-5D1B-539291B8C50E}"/>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1EEB3617-ACA0-3304-E39E-359BF52D426A}"/>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43" name="Google Shape;1443;p35">
              <a:extLst>
                <a:ext uri="{FF2B5EF4-FFF2-40B4-BE49-F238E27FC236}">
                  <a16:creationId xmlns:a16="http://schemas.microsoft.com/office/drawing/2014/main" id="{7D2AE66A-1A31-1678-67B3-A49DC3ACD40E}"/>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2BC01DE1-15D2-0FC7-F666-44C0ACC8615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35">
                <a:extLst>
                  <a:ext uri="{FF2B5EF4-FFF2-40B4-BE49-F238E27FC236}">
                    <a16:creationId xmlns:a16="http://schemas.microsoft.com/office/drawing/2014/main" id="{49D73EBD-BC47-B5B3-AC27-C2F831B7355F}"/>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6" name="Google Shape;1446;p35">
              <a:extLst>
                <a:ext uri="{FF2B5EF4-FFF2-40B4-BE49-F238E27FC236}">
                  <a16:creationId xmlns:a16="http://schemas.microsoft.com/office/drawing/2014/main" id="{6D235ACB-44C9-9803-01EC-CF067D7F41EA}"/>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ECEAF0DD-9D86-D1D2-7284-8294657E3CC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35">
                <a:extLst>
                  <a:ext uri="{FF2B5EF4-FFF2-40B4-BE49-F238E27FC236}">
                    <a16:creationId xmlns:a16="http://schemas.microsoft.com/office/drawing/2014/main" id="{C27B6E3A-4564-07A3-37E3-481A36725014}"/>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9" name="Google Shape;1449;p35">
              <a:extLst>
                <a:ext uri="{FF2B5EF4-FFF2-40B4-BE49-F238E27FC236}">
                  <a16:creationId xmlns:a16="http://schemas.microsoft.com/office/drawing/2014/main" id="{239E1198-A04E-D80A-BB78-1F08029E3142}"/>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426EBB56-619E-D61F-33AC-FACFC13AA90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35">
                <a:extLst>
                  <a:ext uri="{FF2B5EF4-FFF2-40B4-BE49-F238E27FC236}">
                    <a16:creationId xmlns:a16="http://schemas.microsoft.com/office/drawing/2014/main" id="{AC095322-2F3F-0CBB-F8AA-A6B01011E6E2}"/>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52" name="Google Shape;1452;p35">
              <a:extLst>
                <a:ext uri="{FF2B5EF4-FFF2-40B4-BE49-F238E27FC236}">
                  <a16:creationId xmlns:a16="http://schemas.microsoft.com/office/drawing/2014/main" id="{813687FA-CB69-B457-4F14-B6C3C96FC7D6}"/>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 name="Google Shape;1431;p35">
            <a:extLst>
              <a:ext uri="{FF2B5EF4-FFF2-40B4-BE49-F238E27FC236}">
                <a16:creationId xmlns:a16="http://schemas.microsoft.com/office/drawing/2014/main" id="{04CEF2D9-6519-DE7C-B04B-7CAC9C22AFE8}"/>
              </a:ext>
            </a:extLst>
          </p:cNvPr>
          <p:cNvSpPr txBox="1">
            <a:spLocks/>
          </p:cNvSpPr>
          <p:nvPr/>
        </p:nvSpPr>
        <p:spPr>
          <a:xfrm>
            <a:off x="1176802" y="2146728"/>
            <a:ext cx="6974700" cy="8448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lvl="0" algn="ctr"/>
            <a:r>
              <a:rPr lang="en-US" sz="2000" dirty="0">
                <a:solidFill>
                  <a:srgbClr val="0C0A9E"/>
                </a:solidFill>
              </a:rPr>
              <a:t>https://github.com/mahmoudShahin547/Controlling-Car-with-hand-motion-</a:t>
            </a:r>
            <a:endParaRPr kumimoji="0" lang="en-US" sz="2000" b="1" i="0" u="none" strike="noStrike" kern="0" cap="none" spc="0" normalizeH="0" baseline="0" noProof="0" dirty="0">
              <a:ln>
                <a:noFill/>
              </a:ln>
              <a:solidFill>
                <a:srgbClr val="1D1D1D"/>
              </a:solidFill>
              <a:effectLst/>
              <a:uLnTx/>
              <a:uFillTx/>
              <a:latin typeface="IBM Plex Mono"/>
              <a:sym typeface="IBM Plex Mono"/>
            </a:endParaRPr>
          </a:p>
        </p:txBody>
      </p:sp>
    </p:spTree>
    <p:extLst>
      <p:ext uri="{BB962C8B-B14F-4D97-AF65-F5344CB8AC3E}">
        <p14:creationId xmlns:p14="http://schemas.microsoft.com/office/powerpoint/2010/main" val="3337551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3DEFDEBC-BC0E-8DC8-319D-E1B18087836B}"/>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F5045C5F-9376-B1EE-73BF-249E37EA470D}"/>
              </a:ext>
            </a:extLst>
          </p:cNvPr>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Flowchart</a:t>
            </a:r>
            <a:endParaRPr lang="en-US" dirty="0">
              <a:solidFill>
                <a:schemeClr val="dk1"/>
              </a:solidFill>
            </a:endParaRPr>
          </a:p>
        </p:txBody>
      </p:sp>
      <p:grpSp>
        <p:nvGrpSpPr>
          <p:cNvPr id="1432" name="Google Shape;1432;p35">
            <a:extLst>
              <a:ext uri="{FF2B5EF4-FFF2-40B4-BE49-F238E27FC236}">
                <a16:creationId xmlns:a16="http://schemas.microsoft.com/office/drawing/2014/main" id="{DAD59C4A-DA1C-AE8C-42F7-89D81E6143AC}"/>
              </a:ext>
            </a:extLst>
          </p:cNvPr>
          <p:cNvGrpSpPr/>
          <p:nvPr/>
        </p:nvGrpSpPr>
        <p:grpSpPr>
          <a:xfrm>
            <a:off x="1096850" y="3242811"/>
            <a:ext cx="3936683" cy="134070"/>
            <a:chOff x="1096850" y="3242811"/>
            <a:chExt cx="3936683" cy="134070"/>
          </a:xfrm>
        </p:grpSpPr>
        <p:cxnSp>
          <p:nvCxnSpPr>
            <p:cNvPr id="1433" name="Google Shape;1433;p35">
              <a:extLst>
                <a:ext uri="{FF2B5EF4-FFF2-40B4-BE49-F238E27FC236}">
                  <a16:creationId xmlns:a16="http://schemas.microsoft.com/office/drawing/2014/main" id="{0BED92ED-349D-A947-9481-60CBD04CA685}"/>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E3DC24CF-868B-E5F6-9BF3-E12AC06A2564}"/>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CD0D82FB-1C18-A1A9-46E9-3C9620BCF691}"/>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35">
                <a:extLst>
                  <a:ext uri="{FF2B5EF4-FFF2-40B4-BE49-F238E27FC236}">
                    <a16:creationId xmlns:a16="http://schemas.microsoft.com/office/drawing/2014/main" id="{0AA12428-D527-7833-C1F5-06F19268E3CD}"/>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37" name="Google Shape;1437;p35">
            <a:extLst>
              <a:ext uri="{FF2B5EF4-FFF2-40B4-BE49-F238E27FC236}">
                <a16:creationId xmlns:a16="http://schemas.microsoft.com/office/drawing/2014/main" id="{D375E4C6-F234-1A44-224F-BDBEA5B416E8}"/>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1BE0814F-33E0-40B5-E6ED-72EE587C2F9E}"/>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39" name="Google Shape;1439;p35">
              <a:extLst>
                <a:ext uri="{FF2B5EF4-FFF2-40B4-BE49-F238E27FC236}">
                  <a16:creationId xmlns:a16="http://schemas.microsoft.com/office/drawing/2014/main" id="{95A0E8E5-6226-506F-A4E6-A695B61D5755}"/>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24677D42-7149-B6F7-A15F-1FA528C3E419}"/>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1" name="Google Shape;1441;p35">
            <a:extLst>
              <a:ext uri="{FF2B5EF4-FFF2-40B4-BE49-F238E27FC236}">
                <a16:creationId xmlns:a16="http://schemas.microsoft.com/office/drawing/2014/main" id="{93A3DADF-749B-AAF1-68D8-DBC74C4F815F}"/>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BF5D5CD9-6FDC-4C53-A396-38F46F69AB8A}"/>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43" name="Google Shape;1443;p35">
              <a:extLst>
                <a:ext uri="{FF2B5EF4-FFF2-40B4-BE49-F238E27FC236}">
                  <a16:creationId xmlns:a16="http://schemas.microsoft.com/office/drawing/2014/main" id="{A29C1C36-85B3-6DE5-0348-78EFDD9DE4FB}"/>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5DE56BC6-8242-9D04-5727-C62116634C67}"/>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35">
                <a:extLst>
                  <a:ext uri="{FF2B5EF4-FFF2-40B4-BE49-F238E27FC236}">
                    <a16:creationId xmlns:a16="http://schemas.microsoft.com/office/drawing/2014/main" id="{8636A588-1FEC-1BFB-D740-6F0A99CE0973}"/>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6" name="Google Shape;1446;p35">
              <a:extLst>
                <a:ext uri="{FF2B5EF4-FFF2-40B4-BE49-F238E27FC236}">
                  <a16:creationId xmlns:a16="http://schemas.microsoft.com/office/drawing/2014/main" id="{EE3DE34B-DEE1-2C5F-FD17-17F76B165A4B}"/>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FE68FBC0-0D0E-84F9-3CDB-D332C1494C50}"/>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35">
                <a:extLst>
                  <a:ext uri="{FF2B5EF4-FFF2-40B4-BE49-F238E27FC236}">
                    <a16:creationId xmlns:a16="http://schemas.microsoft.com/office/drawing/2014/main" id="{F025CFA8-605B-F1AA-0D7C-9FE2B7E1CB8C}"/>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9" name="Google Shape;1449;p35">
              <a:extLst>
                <a:ext uri="{FF2B5EF4-FFF2-40B4-BE49-F238E27FC236}">
                  <a16:creationId xmlns:a16="http://schemas.microsoft.com/office/drawing/2014/main" id="{44E250B2-6347-8423-46BF-D4E8E5BD7C37}"/>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DC97F913-9E9D-C22F-7889-B10292FA16DF}"/>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35">
                <a:extLst>
                  <a:ext uri="{FF2B5EF4-FFF2-40B4-BE49-F238E27FC236}">
                    <a16:creationId xmlns:a16="http://schemas.microsoft.com/office/drawing/2014/main" id="{3F8310D4-A6A9-8BEF-0E8A-21DD6DCEB3DA}"/>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52" name="Google Shape;1452;p35">
              <a:extLst>
                <a:ext uri="{FF2B5EF4-FFF2-40B4-BE49-F238E27FC236}">
                  <a16:creationId xmlns:a16="http://schemas.microsoft.com/office/drawing/2014/main" id="{5274FBF6-ABED-E22A-5A55-46650ED7DD43}"/>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615079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184A1866-512B-9AA5-C6B7-4690953F0225}"/>
            </a:ext>
          </a:extLst>
        </p:cNvPr>
        <p:cNvGrpSpPr/>
        <p:nvPr/>
      </p:nvGrpSpPr>
      <p:grpSpPr>
        <a:xfrm>
          <a:off x="0" y="0"/>
          <a:ext cx="0" cy="0"/>
          <a:chOff x="0" y="0"/>
          <a:chExt cx="0" cy="0"/>
        </a:xfrm>
      </p:grpSpPr>
      <p:pic>
        <p:nvPicPr>
          <p:cNvPr id="4" name="Picture 3" descr="A diagram of a computer program&#10;&#10;AI-generated content may be incorrect.">
            <a:extLst>
              <a:ext uri="{FF2B5EF4-FFF2-40B4-BE49-F238E27FC236}">
                <a16:creationId xmlns:a16="http://schemas.microsoft.com/office/drawing/2014/main" id="{4F0CE3BE-5CD0-8879-D7F9-F1FED35A120E}"/>
              </a:ext>
            </a:extLst>
          </p:cNvPr>
          <p:cNvPicPr>
            <a:picLocks noChangeAspect="1"/>
          </p:cNvPicPr>
          <p:nvPr/>
        </p:nvPicPr>
        <p:blipFill>
          <a:blip r:embed="rId3"/>
          <a:stretch>
            <a:fillRect/>
          </a:stretch>
        </p:blipFill>
        <p:spPr>
          <a:xfrm>
            <a:off x="3078440" y="0"/>
            <a:ext cx="2987119" cy="5143500"/>
          </a:xfrm>
          <a:prstGeom prst="rect">
            <a:avLst/>
          </a:prstGeom>
        </p:spPr>
      </p:pic>
    </p:spTree>
    <p:extLst>
      <p:ext uri="{BB962C8B-B14F-4D97-AF65-F5344CB8AC3E}">
        <p14:creationId xmlns:p14="http://schemas.microsoft.com/office/powerpoint/2010/main" val="2711208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9183372E-2573-E8AB-28C2-081DD2860B1F}"/>
            </a:ext>
          </a:extLst>
        </p:cNvPr>
        <p:cNvGrpSpPr/>
        <p:nvPr/>
      </p:nvGrpSpPr>
      <p:grpSpPr>
        <a:xfrm>
          <a:off x="0" y="0"/>
          <a:ext cx="0" cy="0"/>
          <a:chOff x="0" y="0"/>
          <a:chExt cx="0" cy="0"/>
        </a:xfrm>
      </p:grpSpPr>
      <p:pic>
        <p:nvPicPr>
          <p:cNvPr id="3" name="Picture 2" descr="A diagram of a software development process&#10;&#10;AI-generated content may be incorrect.">
            <a:extLst>
              <a:ext uri="{FF2B5EF4-FFF2-40B4-BE49-F238E27FC236}">
                <a16:creationId xmlns:a16="http://schemas.microsoft.com/office/drawing/2014/main" id="{C38E4667-4DF8-99D3-F4CD-187F78837206}"/>
              </a:ext>
            </a:extLst>
          </p:cNvPr>
          <p:cNvPicPr>
            <a:picLocks noChangeAspect="1"/>
          </p:cNvPicPr>
          <p:nvPr/>
        </p:nvPicPr>
        <p:blipFill>
          <a:blip r:embed="rId3"/>
          <a:stretch>
            <a:fillRect/>
          </a:stretch>
        </p:blipFill>
        <p:spPr>
          <a:xfrm>
            <a:off x="3326980" y="0"/>
            <a:ext cx="2490039" cy="5143500"/>
          </a:xfrm>
          <a:prstGeom prst="rect">
            <a:avLst/>
          </a:prstGeom>
        </p:spPr>
      </p:pic>
    </p:spTree>
    <p:extLst>
      <p:ext uri="{BB962C8B-B14F-4D97-AF65-F5344CB8AC3E}">
        <p14:creationId xmlns:p14="http://schemas.microsoft.com/office/powerpoint/2010/main" val="1080352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AED771C7-B27C-2F3E-537A-9D71C6B38283}"/>
            </a:ext>
          </a:extLst>
        </p:cNvPr>
        <p:cNvGrpSpPr/>
        <p:nvPr/>
      </p:nvGrpSpPr>
      <p:grpSpPr>
        <a:xfrm>
          <a:off x="0" y="0"/>
          <a:ext cx="0" cy="0"/>
          <a:chOff x="0" y="0"/>
          <a:chExt cx="0" cy="0"/>
        </a:xfrm>
      </p:grpSpPr>
      <p:pic>
        <p:nvPicPr>
          <p:cNvPr id="3" name="Picture 2" descr="A diagram of a computer program&#10;&#10;AI-generated content may be incorrect.">
            <a:extLst>
              <a:ext uri="{FF2B5EF4-FFF2-40B4-BE49-F238E27FC236}">
                <a16:creationId xmlns:a16="http://schemas.microsoft.com/office/drawing/2014/main" id="{8E16E520-1053-AA18-6C41-8B2D27F6C128}"/>
              </a:ext>
            </a:extLst>
          </p:cNvPr>
          <p:cNvPicPr>
            <a:picLocks noChangeAspect="1"/>
          </p:cNvPicPr>
          <p:nvPr/>
        </p:nvPicPr>
        <p:blipFill>
          <a:blip r:embed="rId3"/>
          <a:stretch>
            <a:fillRect/>
          </a:stretch>
        </p:blipFill>
        <p:spPr>
          <a:xfrm>
            <a:off x="2905557" y="0"/>
            <a:ext cx="3332886" cy="5143500"/>
          </a:xfrm>
          <a:prstGeom prst="rect">
            <a:avLst/>
          </a:prstGeom>
        </p:spPr>
      </p:pic>
    </p:spTree>
    <p:extLst>
      <p:ext uri="{BB962C8B-B14F-4D97-AF65-F5344CB8AC3E}">
        <p14:creationId xmlns:p14="http://schemas.microsoft.com/office/powerpoint/2010/main" val="704714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91">
          <a:extLst>
            <a:ext uri="{FF2B5EF4-FFF2-40B4-BE49-F238E27FC236}">
              <a16:creationId xmlns:a16="http://schemas.microsoft.com/office/drawing/2014/main" id="{38FE1F0F-50D5-641B-AFB3-C8FCFABDF229}"/>
            </a:ext>
          </a:extLst>
        </p:cNvPr>
        <p:cNvGrpSpPr/>
        <p:nvPr/>
      </p:nvGrpSpPr>
      <p:grpSpPr>
        <a:xfrm>
          <a:off x="0" y="0"/>
          <a:ext cx="0" cy="0"/>
          <a:chOff x="0" y="0"/>
          <a:chExt cx="0" cy="0"/>
        </a:xfrm>
      </p:grpSpPr>
      <p:pic>
        <p:nvPicPr>
          <p:cNvPr id="3" name="Picture 2" descr="A diagram of a program&#10;&#10;AI-generated content may be incorrect.">
            <a:extLst>
              <a:ext uri="{FF2B5EF4-FFF2-40B4-BE49-F238E27FC236}">
                <a16:creationId xmlns:a16="http://schemas.microsoft.com/office/drawing/2014/main" id="{E04F6E3A-D6D5-2D39-B973-CE61613B8E4B}"/>
              </a:ext>
            </a:extLst>
          </p:cNvPr>
          <p:cNvPicPr>
            <a:picLocks noChangeAspect="1"/>
          </p:cNvPicPr>
          <p:nvPr/>
        </p:nvPicPr>
        <p:blipFill>
          <a:blip r:embed="rId3"/>
          <a:stretch>
            <a:fillRect/>
          </a:stretch>
        </p:blipFill>
        <p:spPr>
          <a:xfrm>
            <a:off x="2640111" y="0"/>
            <a:ext cx="3863778" cy="5143500"/>
          </a:xfrm>
          <a:prstGeom prst="rect">
            <a:avLst/>
          </a:prstGeom>
        </p:spPr>
      </p:pic>
    </p:spTree>
    <p:extLst>
      <p:ext uri="{BB962C8B-B14F-4D97-AF65-F5344CB8AC3E}">
        <p14:creationId xmlns:p14="http://schemas.microsoft.com/office/powerpoint/2010/main" val="1498173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29">
          <a:extLst>
            <a:ext uri="{FF2B5EF4-FFF2-40B4-BE49-F238E27FC236}">
              <a16:creationId xmlns:a16="http://schemas.microsoft.com/office/drawing/2014/main" id="{4B55E013-9841-297D-DD56-4DC4DB57704F}"/>
            </a:ext>
          </a:extLst>
        </p:cNvPr>
        <p:cNvGrpSpPr/>
        <p:nvPr/>
      </p:nvGrpSpPr>
      <p:grpSpPr>
        <a:xfrm>
          <a:off x="0" y="0"/>
          <a:ext cx="0" cy="0"/>
          <a:chOff x="0" y="0"/>
          <a:chExt cx="0" cy="0"/>
        </a:xfrm>
      </p:grpSpPr>
      <p:sp>
        <p:nvSpPr>
          <p:cNvPr id="1431" name="Google Shape;1431;p35">
            <a:extLst>
              <a:ext uri="{FF2B5EF4-FFF2-40B4-BE49-F238E27FC236}">
                <a16:creationId xmlns:a16="http://schemas.microsoft.com/office/drawing/2014/main" id="{A8179C5C-6E51-B518-3A33-546A79E46C84}"/>
              </a:ext>
            </a:extLst>
          </p:cNvPr>
          <p:cNvSpPr txBox="1">
            <a:spLocks noGrp="1"/>
          </p:cNvSpPr>
          <p:nvPr>
            <p:ph type="ctrTitle"/>
          </p:nvPr>
        </p:nvSpPr>
        <p:spPr>
          <a:xfrm>
            <a:off x="1176802" y="425410"/>
            <a:ext cx="6974700" cy="84483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Team Members</a:t>
            </a:r>
            <a:endParaRPr lang="en-US" dirty="0">
              <a:solidFill>
                <a:schemeClr val="dk1"/>
              </a:solidFill>
            </a:endParaRPr>
          </a:p>
        </p:txBody>
      </p:sp>
      <p:grpSp>
        <p:nvGrpSpPr>
          <p:cNvPr id="1432" name="Google Shape;1432;p35">
            <a:extLst>
              <a:ext uri="{FF2B5EF4-FFF2-40B4-BE49-F238E27FC236}">
                <a16:creationId xmlns:a16="http://schemas.microsoft.com/office/drawing/2014/main" id="{DA3D42DD-8D6E-750A-9556-E1FB4FECB97F}"/>
              </a:ext>
            </a:extLst>
          </p:cNvPr>
          <p:cNvGrpSpPr/>
          <p:nvPr/>
        </p:nvGrpSpPr>
        <p:grpSpPr>
          <a:xfrm>
            <a:off x="2603658" y="4568691"/>
            <a:ext cx="3936683" cy="134070"/>
            <a:chOff x="1096850" y="3242811"/>
            <a:chExt cx="3936683" cy="134070"/>
          </a:xfrm>
        </p:grpSpPr>
        <p:cxnSp>
          <p:nvCxnSpPr>
            <p:cNvPr id="1433" name="Google Shape;1433;p35">
              <a:extLst>
                <a:ext uri="{FF2B5EF4-FFF2-40B4-BE49-F238E27FC236}">
                  <a16:creationId xmlns:a16="http://schemas.microsoft.com/office/drawing/2014/main" id="{F9F782DD-F157-B711-2D5F-FFCE1C6CD32A}"/>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a:extLst>
                <a:ext uri="{FF2B5EF4-FFF2-40B4-BE49-F238E27FC236}">
                  <a16:creationId xmlns:a16="http://schemas.microsoft.com/office/drawing/2014/main" id="{1625A8B4-3390-E02B-1786-F8DE3921A399}"/>
                </a:ext>
              </a:extLst>
            </p:cNvPr>
            <p:cNvGrpSpPr/>
            <p:nvPr/>
          </p:nvGrpSpPr>
          <p:grpSpPr>
            <a:xfrm>
              <a:off x="4899464" y="3242811"/>
              <a:ext cx="134070" cy="134070"/>
              <a:chOff x="8382514" y="1084976"/>
              <a:chExt cx="265800" cy="265800"/>
            </a:xfrm>
          </p:grpSpPr>
          <p:sp>
            <p:nvSpPr>
              <p:cNvPr id="1435" name="Google Shape;1435;p35">
                <a:extLst>
                  <a:ext uri="{FF2B5EF4-FFF2-40B4-BE49-F238E27FC236}">
                    <a16:creationId xmlns:a16="http://schemas.microsoft.com/office/drawing/2014/main" id="{5504354B-B2DD-23A5-54BA-62F1C13F695D}"/>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35">
                <a:extLst>
                  <a:ext uri="{FF2B5EF4-FFF2-40B4-BE49-F238E27FC236}">
                    <a16:creationId xmlns:a16="http://schemas.microsoft.com/office/drawing/2014/main" id="{D3311BFE-D97E-B0FF-4C40-FCCC059FE7FB}"/>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437" name="Google Shape;1437;p35">
            <a:extLst>
              <a:ext uri="{FF2B5EF4-FFF2-40B4-BE49-F238E27FC236}">
                <a16:creationId xmlns:a16="http://schemas.microsoft.com/office/drawing/2014/main" id="{512C50D5-E48E-B43B-2AF6-6F8522F790CA}"/>
              </a:ext>
            </a:extLst>
          </p:cNvPr>
          <p:cNvGrpSpPr/>
          <p:nvPr/>
        </p:nvGrpSpPr>
        <p:grpSpPr>
          <a:xfrm>
            <a:off x="8017432" y="-313900"/>
            <a:ext cx="134070" cy="1891362"/>
            <a:chOff x="8017432" y="-313900"/>
            <a:chExt cx="134070" cy="1891362"/>
          </a:xfrm>
        </p:grpSpPr>
        <p:sp>
          <p:nvSpPr>
            <p:cNvPr id="1438" name="Google Shape;1438;p35">
              <a:extLst>
                <a:ext uri="{FF2B5EF4-FFF2-40B4-BE49-F238E27FC236}">
                  <a16:creationId xmlns:a16="http://schemas.microsoft.com/office/drawing/2014/main" id="{0B082667-B2B8-4C94-D891-299ABFFA6DE9}"/>
                </a:ext>
              </a:extLst>
            </p:cNvPr>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439" name="Google Shape;1439;p35">
              <a:extLst>
                <a:ext uri="{FF2B5EF4-FFF2-40B4-BE49-F238E27FC236}">
                  <a16:creationId xmlns:a16="http://schemas.microsoft.com/office/drawing/2014/main" id="{B0EDF8C5-055C-36EB-6A7A-FEF520CE87E3}"/>
                </a:ext>
              </a:extLst>
            </p:cNvPr>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a:extLst>
                <a:ext uri="{FF2B5EF4-FFF2-40B4-BE49-F238E27FC236}">
                  <a16:creationId xmlns:a16="http://schemas.microsoft.com/office/drawing/2014/main" id="{E79D0D5E-79AA-2D16-06F9-43FBC38DCFFD}"/>
                </a:ext>
              </a:extLst>
            </p:cNvPr>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1" name="Google Shape;1441;p35">
            <a:extLst>
              <a:ext uri="{FF2B5EF4-FFF2-40B4-BE49-F238E27FC236}">
                <a16:creationId xmlns:a16="http://schemas.microsoft.com/office/drawing/2014/main" id="{E6083E61-65F1-8F7B-0A20-F47AD4442688}"/>
              </a:ext>
            </a:extLst>
          </p:cNvPr>
          <p:cNvGrpSpPr/>
          <p:nvPr/>
        </p:nvGrpSpPr>
        <p:grpSpPr>
          <a:xfrm>
            <a:off x="6309526" y="957475"/>
            <a:ext cx="3504715" cy="5119205"/>
            <a:chOff x="6309526" y="836950"/>
            <a:chExt cx="3504715" cy="5119205"/>
          </a:xfrm>
        </p:grpSpPr>
        <p:sp>
          <p:nvSpPr>
            <p:cNvPr id="1442" name="Google Shape;1442;p35">
              <a:extLst>
                <a:ext uri="{FF2B5EF4-FFF2-40B4-BE49-F238E27FC236}">
                  <a16:creationId xmlns:a16="http://schemas.microsoft.com/office/drawing/2014/main" id="{05F45298-AFC8-E579-4816-9DED553BF376}"/>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43" name="Google Shape;1443;p35">
              <a:extLst>
                <a:ext uri="{FF2B5EF4-FFF2-40B4-BE49-F238E27FC236}">
                  <a16:creationId xmlns:a16="http://schemas.microsoft.com/office/drawing/2014/main" id="{38780AB9-A98F-2FF2-DDC5-BF2DE21761F3}"/>
                </a:ext>
              </a:extLst>
            </p:cNvPr>
            <p:cNvGrpSpPr/>
            <p:nvPr/>
          </p:nvGrpSpPr>
          <p:grpSpPr>
            <a:xfrm>
              <a:off x="7728436" y="3524084"/>
              <a:ext cx="134004" cy="134004"/>
              <a:chOff x="8356813" y="1074288"/>
              <a:chExt cx="351900" cy="351900"/>
            </a:xfrm>
          </p:grpSpPr>
          <p:sp>
            <p:nvSpPr>
              <p:cNvPr id="1444" name="Google Shape;1444;p35">
                <a:extLst>
                  <a:ext uri="{FF2B5EF4-FFF2-40B4-BE49-F238E27FC236}">
                    <a16:creationId xmlns:a16="http://schemas.microsoft.com/office/drawing/2014/main" id="{D7DF047C-2C1C-889B-D720-596FA2D088A6}"/>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35">
                <a:extLst>
                  <a:ext uri="{FF2B5EF4-FFF2-40B4-BE49-F238E27FC236}">
                    <a16:creationId xmlns:a16="http://schemas.microsoft.com/office/drawing/2014/main" id="{85625ECD-1ECD-5D84-4B58-BE9DE1D3AE53}"/>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6" name="Google Shape;1446;p35">
              <a:extLst>
                <a:ext uri="{FF2B5EF4-FFF2-40B4-BE49-F238E27FC236}">
                  <a16:creationId xmlns:a16="http://schemas.microsoft.com/office/drawing/2014/main" id="{AE75B4B1-F6AC-7429-57EE-3F015E90E1F2}"/>
                </a:ext>
              </a:extLst>
            </p:cNvPr>
            <p:cNvGrpSpPr/>
            <p:nvPr/>
          </p:nvGrpSpPr>
          <p:grpSpPr>
            <a:xfrm>
              <a:off x="7344361" y="3150259"/>
              <a:ext cx="134004" cy="134004"/>
              <a:chOff x="8356813" y="1074288"/>
              <a:chExt cx="351900" cy="351900"/>
            </a:xfrm>
          </p:grpSpPr>
          <p:sp>
            <p:nvSpPr>
              <p:cNvPr id="1447" name="Google Shape;1447;p35">
                <a:extLst>
                  <a:ext uri="{FF2B5EF4-FFF2-40B4-BE49-F238E27FC236}">
                    <a16:creationId xmlns:a16="http://schemas.microsoft.com/office/drawing/2014/main" id="{B91DCBAF-8E48-53CE-B47C-13962EA6353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35">
                <a:extLst>
                  <a:ext uri="{FF2B5EF4-FFF2-40B4-BE49-F238E27FC236}">
                    <a16:creationId xmlns:a16="http://schemas.microsoft.com/office/drawing/2014/main" id="{82DC967F-B230-489C-E6FC-9BBFEA9A8E4D}"/>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9" name="Google Shape;1449;p35">
              <a:extLst>
                <a:ext uri="{FF2B5EF4-FFF2-40B4-BE49-F238E27FC236}">
                  <a16:creationId xmlns:a16="http://schemas.microsoft.com/office/drawing/2014/main" id="{C1C43899-6D97-D520-2B9E-D84A5A3B5D35}"/>
                </a:ext>
              </a:extLst>
            </p:cNvPr>
            <p:cNvGrpSpPr/>
            <p:nvPr/>
          </p:nvGrpSpPr>
          <p:grpSpPr>
            <a:xfrm>
              <a:off x="8337811" y="2464059"/>
              <a:ext cx="134004" cy="134004"/>
              <a:chOff x="8356813" y="1074288"/>
              <a:chExt cx="351900" cy="351900"/>
            </a:xfrm>
          </p:grpSpPr>
          <p:sp>
            <p:nvSpPr>
              <p:cNvPr id="1450" name="Google Shape;1450;p35">
                <a:extLst>
                  <a:ext uri="{FF2B5EF4-FFF2-40B4-BE49-F238E27FC236}">
                    <a16:creationId xmlns:a16="http://schemas.microsoft.com/office/drawing/2014/main" id="{07F2C8EC-B45A-DAFE-82BD-A69B6476841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35">
                <a:extLst>
                  <a:ext uri="{FF2B5EF4-FFF2-40B4-BE49-F238E27FC236}">
                    <a16:creationId xmlns:a16="http://schemas.microsoft.com/office/drawing/2014/main" id="{CC93511A-52CA-70CA-5B7F-65383733B59D}"/>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52" name="Google Shape;1452;p35">
              <a:extLst>
                <a:ext uri="{FF2B5EF4-FFF2-40B4-BE49-F238E27FC236}">
                  <a16:creationId xmlns:a16="http://schemas.microsoft.com/office/drawing/2014/main" id="{6C2CDA84-6CF6-3E43-A379-92B129942670}"/>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 name="Google Shape;1431;p35">
            <a:extLst>
              <a:ext uri="{FF2B5EF4-FFF2-40B4-BE49-F238E27FC236}">
                <a16:creationId xmlns:a16="http://schemas.microsoft.com/office/drawing/2014/main" id="{A57D8ACB-57D1-7700-D191-80F10954C93D}"/>
              </a:ext>
            </a:extLst>
          </p:cNvPr>
          <p:cNvSpPr txBox="1">
            <a:spLocks/>
          </p:cNvSpPr>
          <p:nvPr/>
        </p:nvSpPr>
        <p:spPr>
          <a:xfrm>
            <a:off x="1146659" y="1245048"/>
            <a:ext cx="6974700" cy="8448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algn="ctr"/>
            <a:r>
              <a:rPr lang="en-US" sz="2000" dirty="0"/>
              <a:t>FARES SAKR</a:t>
            </a:r>
            <a:endParaRPr lang="en-US" sz="2000" dirty="0">
              <a:solidFill>
                <a:schemeClr val="dk1"/>
              </a:solidFill>
            </a:endParaRPr>
          </a:p>
        </p:txBody>
      </p:sp>
      <p:sp>
        <p:nvSpPr>
          <p:cNvPr id="8" name="Google Shape;1431;p35">
            <a:extLst>
              <a:ext uri="{FF2B5EF4-FFF2-40B4-BE49-F238E27FC236}">
                <a16:creationId xmlns:a16="http://schemas.microsoft.com/office/drawing/2014/main" id="{7CF3EEA8-FCA8-30F3-A131-2FB1802E9A36}"/>
              </a:ext>
            </a:extLst>
          </p:cNvPr>
          <p:cNvSpPr txBox="1">
            <a:spLocks/>
          </p:cNvSpPr>
          <p:nvPr/>
        </p:nvSpPr>
        <p:spPr>
          <a:xfrm>
            <a:off x="1137212" y="1648992"/>
            <a:ext cx="6974700" cy="8448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algn="ctr"/>
            <a:r>
              <a:rPr lang="en-US" sz="2000" dirty="0"/>
              <a:t>Yahia Nabil</a:t>
            </a:r>
            <a:endParaRPr lang="en-US" sz="2000" dirty="0">
              <a:solidFill>
                <a:schemeClr val="dk1"/>
              </a:solidFill>
            </a:endParaRPr>
          </a:p>
        </p:txBody>
      </p:sp>
      <p:sp>
        <p:nvSpPr>
          <p:cNvPr id="9" name="Google Shape;1431;p35">
            <a:extLst>
              <a:ext uri="{FF2B5EF4-FFF2-40B4-BE49-F238E27FC236}">
                <a16:creationId xmlns:a16="http://schemas.microsoft.com/office/drawing/2014/main" id="{C2438CC9-57E2-A7DF-F279-F22F833DFE19}"/>
              </a:ext>
            </a:extLst>
          </p:cNvPr>
          <p:cNvSpPr txBox="1">
            <a:spLocks/>
          </p:cNvSpPr>
          <p:nvPr/>
        </p:nvSpPr>
        <p:spPr>
          <a:xfrm>
            <a:off x="1124868" y="2066860"/>
            <a:ext cx="6974700" cy="8448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algn="ctr"/>
            <a:r>
              <a:rPr lang="en-US" sz="2000" dirty="0"/>
              <a:t>Mahmoud Shahin</a:t>
            </a:r>
            <a:endParaRPr lang="en-US" sz="2000" dirty="0">
              <a:solidFill>
                <a:schemeClr val="dk1"/>
              </a:solidFill>
            </a:endParaRPr>
          </a:p>
        </p:txBody>
      </p:sp>
      <p:sp>
        <p:nvSpPr>
          <p:cNvPr id="10" name="Google Shape;1431;p35">
            <a:extLst>
              <a:ext uri="{FF2B5EF4-FFF2-40B4-BE49-F238E27FC236}">
                <a16:creationId xmlns:a16="http://schemas.microsoft.com/office/drawing/2014/main" id="{D96052CF-8FBC-837F-A02D-C333652791C5}"/>
              </a:ext>
            </a:extLst>
          </p:cNvPr>
          <p:cNvSpPr txBox="1">
            <a:spLocks/>
          </p:cNvSpPr>
          <p:nvPr/>
        </p:nvSpPr>
        <p:spPr>
          <a:xfrm>
            <a:off x="1124868" y="2506811"/>
            <a:ext cx="6974700" cy="8448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algn="ctr"/>
            <a:r>
              <a:rPr lang="en-US" sz="2000" dirty="0"/>
              <a:t>Yousef Assar</a:t>
            </a:r>
            <a:endParaRPr lang="en-US" sz="2000" dirty="0">
              <a:solidFill>
                <a:schemeClr val="dk1"/>
              </a:solidFill>
            </a:endParaRPr>
          </a:p>
        </p:txBody>
      </p:sp>
      <p:sp>
        <p:nvSpPr>
          <p:cNvPr id="11" name="Google Shape;1431;p35">
            <a:extLst>
              <a:ext uri="{FF2B5EF4-FFF2-40B4-BE49-F238E27FC236}">
                <a16:creationId xmlns:a16="http://schemas.microsoft.com/office/drawing/2014/main" id="{FDCA4625-A047-1701-BC2C-59F500291664}"/>
              </a:ext>
            </a:extLst>
          </p:cNvPr>
          <p:cNvSpPr txBox="1">
            <a:spLocks/>
          </p:cNvSpPr>
          <p:nvPr/>
        </p:nvSpPr>
        <p:spPr>
          <a:xfrm>
            <a:off x="1124868" y="2933778"/>
            <a:ext cx="6974700" cy="8448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algn="ctr"/>
            <a:r>
              <a:rPr lang="en-US" sz="2000" dirty="0"/>
              <a:t>Basant Hagag</a:t>
            </a:r>
            <a:endParaRPr lang="en-US" sz="2000" dirty="0">
              <a:solidFill>
                <a:schemeClr val="dk1"/>
              </a:solidFill>
            </a:endParaRPr>
          </a:p>
        </p:txBody>
      </p:sp>
    </p:spTree>
    <p:extLst>
      <p:ext uri="{BB962C8B-B14F-4D97-AF65-F5344CB8AC3E}">
        <p14:creationId xmlns:p14="http://schemas.microsoft.com/office/powerpoint/2010/main" val="2520491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16"/>
        <p:cNvGrpSpPr/>
        <p:nvPr/>
      </p:nvGrpSpPr>
      <p:grpSpPr>
        <a:xfrm>
          <a:off x="0" y="0"/>
          <a:ext cx="0" cy="0"/>
          <a:chOff x="0" y="0"/>
          <a:chExt cx="0" cy="0"/>
        </a:xfrm>
      </p:grpSpPr>
      <p:sp>
        <p:nvSpPr>
          <p:cNvPr id="2217" name="Google Shape;2217;p58"/>
          <p:cNvSpPr txBox="1">
            <a:spLocks noGrp="1"/>
          </p:cNvSpPr>
          <p:nvPr>
            <p:ph type="title"/>
          </p:nvPr>
        </p:nvSpPr>
        <p:spPr>
          <a:xfrm>
            <a:off x="720000" y="2285400"/>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6000" dirty="0"/>
              <a:t>THANKS</a:t>
            </a:r>
            <a:endParaRPr sz="6000" dirty="0"/>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625</Words>
  <Application>Microsoft Office PowerPoint</Application>
  <PresentationFormat>On-screen Show (16:9)</PresentationFormat>
  <Paragraphs>81</Paragraphs>
  <Slides>35</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IBM Plex Mono</vt:lpstr>
      <vt:lpstr>Arial</vt:lpstr>
      <vt:lpstr>Source Code Pro</vt:lpstr>
      <vt:lpstr>Poppins</vt:lpstr>
      <vt:lpstr>Introduction to Coding Workshop by Slidesgo</vt:lpstr>
      <vt:lpstr>RC Car Controlled With Hand Motion</vt:lpstr>
      <vt:lpstr>Table of contents</vt:lpstr>
      <vt:lpstr>Components</vt:lpstr>
      <vt:lpstr>RC car components</vt:lpstr>
      <vt:lpstr>RC car components</vt:lpstr>
      <vt:lpstr>RC car components</vt:lpstr>
      <vt:lpstr>Glove components</vt:lpstr>
      <vt:lpstr>Glove components</vt:lpstr>
      <vt:lpstr>Circuit Diagram</vt:lpstr>
      <vt:lpstr>RC car circuit</vt:lpstr>
      <vt:lpstr>Glove Circuit</vt:lpstr>
      <vt:lpstr>Code</vt:lpstr>
      <vt:lpstr>Glove Code</vt:lpstr>
      <vt:lpstr>Libraries used</vt:lpstr>
      <vt:lpstr>Initializations</vt:lpstr>
      <vt:lpstr>Setup()</vt:lpstr>
      <vt:lpstr>Loop()</vt:lpstr>
      <vt:lpstr>GetMovmentCommand()</vt:lpstr>
      <vt:lpstr>Car Code</vt:lpstr>
      <vt:lpstr>Libraries, macros, variables</vt:lpstr>
      <vt:lpstr>Setup()</vt:lpstr>
      <vt:lpstr>Loop()</vt:lpstr>
      <vt:lpstr>Movement functions</vt:lpstr>
      <vt:lpstr>Git Hub</vt:lpstr>
      <vt:lpstr>PowerPoint Presentation</vt:lpstr>
      <vt:lpstr>PowerPoint Presentation</vt:lpstr>
      <vt:lpstr>PowerPoint Presentation</vt:lpstr>
      <vt:lpstr>Github link</vt:lpstr>
      <vt:lpstr>Flowchart</vt:lpstr>
      <vt:lpstr>PowerPoint Presentation</vt:lpstr>
      <vt:lpstr>PowerPoint Presentation</vt:lpstr>
      <vt:lpstr>PowerPoint Presentation</vt:lpstr>
      <vt:lpstr>PowerPoint Presentation</vt:lpstr>
      <vt:lpstr>Team Members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FARES SAKR</dc:creator>
  <cp:lastModifiedBy>فارس مصطفى عبد الوكيل صقر</cp:lastModifiedBy>
  <cp:revision>7</cp:revision>
  <dcterms:modified xsi:type="dcterms:W3CDTF">2025-11-18T13:02:23Z</dcterms:modified>
</cp:coreProperties>
</file>